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52" r:id="rId1"/>
  </p:sldMasterIdLst>
  <p:notesMasterIdLst>
    <p:notesMasterId r:id="rId14"/>
  </p:notesMasterIdLst>
  <p:sldIdLst>
    <p:sldId id="2590" r:id="rId2"/>
    <p:sldId id="2671" r:id="rId3"/>
    <p:sldId id="2667" r:id="rId4"/>
    <p:sldId id="2673" r:id="rId5"/>
    <p:sldId id="2668" r:id="rId6"/>
    <p:sldId id="2672" r:id="rId7"/>
    <p:sldId id="2669" r:id="rId8"/>
    <p:sldId id="2674" r:id="rId9"/>
    <p:sldId id="2670" r:id="rId10"/>
    <p:sldId id="2675" r:id="rId11"/>
    <p:sldId id="2666" r:id="rId12"/>
    <p:sldId id="277" r:id="rId13"/>
  </p:sldIdLst>
  <p:sldSz cx="12192000" cy="6858000"/>
  <p:notesSz cx="9144000" cy="5143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i Tran Tan Phat" initials="BTTP" lastIdx="3" clrIdx="0">
    <p:extLst>
      <p:ext uri="{19B8F6BF-5375-455C-9EA6-DF929625EA0E}">
        <p15:presenceInfo xmlns:p15="http://schemas.microsoft.com/office/powerpoint/2012/main" userId="Bui Tran Tan Pha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78343" autoAdjust="0"/>
  </p:normalViewPr>
  <p:slideViewPr>
    <p:cSldViewPr snapToGrid="0" snapToObjects="1">
      <p:cViewPr varScale="1">
        <p:scale>
          <a:sx n="79" d="100"/>
          <a:sy n="79" d="100"/>
        </p:scale>
        <p:origin x="749" y="96"/>
      </p:cViewPr>
      <p:guideLst/>
    </p:cSldViewPr>
  </p:slideViewPr>
  <p:outlineViewPr>
    <p:cViewPr>
      <p:scale>
        <a:sx n="33" d="100"/>
        <a:sy n="33" d="100"/>
      </p:scale>
      <p:origin x="0" y="-133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i Tran Tan Phat" userId="a5ce1f24-8ab2-4d14-9bb9-9087cc823289" providerId="ADAL" clId="{7E65687E-6FFE-4694-B892-86C157377F69}"/>
    <pc:docChg chg="undo custSel addSld delSld modSld sldOrd">
      <pc:chgData name="Bui Tran Tan Phat" userId="a5ce1f24-8ab2-4d14-9bb9-9087cc823289" providerId="ADAL" clId="{7E65687E-6FFE-4694-B892-86C157377F69}" dt="2026-04-14T16:35:30.798" v="1905" actId="1076"/>
      <pc:docMkLst>
        <pc:docMk/>
      </pc:docMkLst>
      <pc:sldChg chg="del">
        <pc:chgData name="Bui Tran Tan Phat" userId="a5ce1f24-8ab2-4d14-9bb9-9087cc823289" providerId="ADAL" clId="{7E65687E-6FFE-4694-B892-86C157377F69}" dt="2026-04-14T15:31:54.919" v="1780" actId="47"/>
        <pc:sldMkLst>
          <pc:docMk/>
          <pc:sldMk cId="0" sldId="256"/>
        </pc:sldMkLst>
      </pc:sldChg>
      <pc:sldChg chg="add del">
        <pc:chgData name="Bui Tran Tan Phat" userId="a5ce1f24-8ab2-4d14-9bb9-9087cc823289" providerId="ADAL" clId="{7E65687E-6FFE-4694-B892-86C157377F69}" dt="2026-04-13T17:15:50.430" v="14" actId="47"/>
        <pc:sldMkLst>
          <pc:docMk/>
          <pc:sldMk cId="0" sldId="257"/>
        </pc:sldMkLst>
      </pc:sldChg>
      <pc:sldChg chg="addSp modSp mod">
        <pc:chgData name="Bui Tran Tan Phat" userId="a5ce1f24-8ab2-4d14-9bb9-9087cc823289" providerId="ADAL" clId="{7E65687E-6FFE-4694-B892-86C157377F69}" dt="2026-04-14T11:28:28.193" v="1779" actId="1036"/>
        <pc:sldMkLst>
          <pc:docMk/>
          <pc:sldMk cId="0" sldId="277"/>
        </pc:sldMkLst>
        <pc:spChg chg="mod">
          <ac:chgData name="Bui Tran Tan Phat" userId="a5ce1f24-8ab2-4d14-9bb9-9087cc823289" providerId="ADAL" clId="{7E65687E-6FFE-4694-B892-86C157377F69}" dt="2026-04-14T11:24:15.026" v="1567" actId="164"/>
          <ac:spMkLst>
            <pc:docMk/>
            <pc:sldMk cId="0" sldId="277"/>
            <ac:spMk id="2" creationId="{00000000-0000-0000-0000-000000000000}"/>
          </ac:spMkLst>
        </pc:spChg>
        <pc:spChg chg="mod">
          <ac:chgData name="Bui Tran Tan Phat" userId="a5ce1f24-8ab2-4d14-9bb9-9087cc823289" providerId="ADAL" clId="{7E65687E-6FFE-4694-B892-86C157377F69}" dt="2026-04-14T11:28:28.193" v="1779" actId="1036"/>
          <ac:spMkLst>
            <pc:docMk/>
            <pc:sldMk cId="0" sldId="277"/>
            <ac:spMk id="3" creationId="{00000000-0000-0000-0000-000000000000}"/>
          </ac:spMkLst>
        </pc:spChg>
        <pc:spChg chg="add mod ord">
          <ac:chgData name="Bui Tran Tan Phat" userId="a5ce1f24-8ab2-4d14-9bb9-9087cc823289" providerId="ADAL" clId="{7E65687E-6FFE-4694-B892-86C157377F69}" dt="2026-04-14T11:24:15.026" v="1567" actId="164"/>
          <ac:spMkLst>
            <pc:docMk/>
            <pc:sldMk cId="0" sldId="277"/>
            <ac:spMk id="4" creationId="{0D590BCE-05AB-4411-B7FE-F5D0389759A8}"/>
          </ac:spMkLst>
        </pc:spChg>
        <pc:spChg chg="add mod">
          <ac:chgData name="Bui Tran Tan Phat" userId="a5ce1f24-8ab2-4d14-9bb9-9087cc823289" providerId="ADAL" clId="{7E65687E-6FFE-4694-B892-86C157377F69}" dt="2026-04-14T11:28:28.193" v="1779" actId="1036"/>
          <ac:spMkLst>
            <pc:docMk/>
            <pc:sldMk cId="0" sldId="277"/>
            <ac:spMk id="7" creationId="{A3303E3B-2ADC-4CE9-ACAD-C82D006F3CE9}"/>
          </ac:spMkLst>
        </pc:spChg>
        <pc:spChg chg="add mod">
          <ac:chgData name="Bui Tran Tan Phat" userId="a5ce1f24-8ab2-4d14-9bb9-9087cc823289" providerId="ADAL" clId="{7E65687E-6FFE-4694-B892-86C157377F69}" dt="2026-04-14T11:26:26.237" v="1691" actId="114"/>
          <ac:spMkLst>
            <pc:docMk/>
            <pc:sldMk cId="0" sldId="277"/>
            <ac:spMk id="9" creationId="{7347AE8F-4D7D-4376-B815-4C2A0778AF7D}"/>
          </ac:spMkLst>
        </pc:spChg>
        <pc:grpChg chg="add mod">
          <ac:chgData name="Bui Tran Tan Phat" userId="a5ce1f24-8ab2-4d14-9bb9-9087cc823289" providerId="ADAL" clId="{7E65687E-6FFE-4694-B892-86C157377F69}" dt="2026-04-14T11:28:28.193" v="1779" actId="1036"/>
          <ac:grpSpMkLst>
            <pc:docMk/>
            <pc:sldMk cId="0" sldId="277"/>
            <ac:grpSpMk id="5" creationId="{75882DFF-57FE-45B5-91B8-EFCE8DA99C7F}"/>
          </ac:grpSpMkLst>
        </pc:grpChg>
        <pc:cxnChg chg="add mod">
          <ac:chgData name="Bui Tran Tan Phat" userId="a5ce1f24-8ab2-4d14-9bb9-9087cc823289" providerId="ADAL" clId="{7E65687E-6FFE-4694-B892-86C157377F69}" dt="2026-04-14T11:28:28.193" v="1779" actId="1036"/>
          <ac:cxnSpMkLst>
            <pc:docMk/>
            <pc:sldMk cId="0" sldId="277"/>
            <ac:cxnSpMk id="11" creationId="{2F7B8320-BD10-400D-8269-4929F82A74F1}"/>
          </ac:cxnSpMkLst>
        </pc:cxnChg>
        <pc:cxnChg chg="add mod">
          <ac:chgData name="Bui Tran Tan Phat" userId="a5ce1f24-8ab2-4d14-9bb9-9087cc823289" providerId="ADAL" clId="{7E65687E-6FFE-4694-B892-86C157377F69}" dt="2026-04-14T11:28:28.193" v="1779" actId="1036"/>
          <ac:cxnSpMkLst>
            <pc:docMk/>
            <pc:sldMk cId="0" sldId="277"/>
            <ac:cxnSpMk id="12" creationId="{C62D7634-D2AE-4D00-A923-78B7BD887B3C}"/>
          </ac:cxnSpMkLst>
        </pc:cxnChg>
        <pc:cxnChg chg="add mod">
          <ac:chgData name="Bui Tran Tan Phat" userId="a5ce1f24-8ab2-4d14-9bb9-9087cc823289" providerId="ADAL" clId="{7E65687E-6FFE-4694-B892-86C157377F69}" dt="2026-04-14T11:28:28.193" v="1779" actId="1036"/>
          <ac:cxnSpMkLst>
            <pc:docMk/>
            <pc:sldMk cId="0" sldId="277"/>
            <ac:cxnSpMk id="14" creationId="{F3F5ADC9-F5FB-4AF8-BB11-D989FC55CAFF}"/>
          </ac:cxnSpMkLst>
        </pc:cxnChg>
        <pc:cxnChg chg="add mod">
          <ac:chgData name="Bui Tran Tan Phat" userId="a5ce1f24-8ab2-4d14-9bb9-9087cc823289" providerId="ADAL" clId="{7E65687E-6FFE-4694-B892-86C157377F69}" dt="2026-04-14T11:28:28.193" v="1779" actId="1036"/>
          <ac:cxnSpMkLst>
            <pc:docMk/>
            <pc:sldMk cId="0" sldId="277"/>
            <ac:cxnSpMk id="15" creationId="{C7BF03B6-D3DE-4FB9-AFDD-45635378AF57}"/>
          </ac:cxnSpMkLst>
        </pc:cxnChg>
      </pc:sldChg>
      <pc:sldChg chg="delSp modSp add del mod addCm delCm modNotesTx">
        <pc:chgData name="Bui Tran Tan Phat" userId="a5ce1f24-8ab2-4d14-9bb9-9087cc823289" providerId="ADAL" clId="{7E65687E-6FFE-4694-B892-86C157377F69}" dt="2026-04-14T11:09:18.875" v="1347" actId="20577"/>
        <pc:sldMkLst>
          <pc:docMk/>
          <pc:sldMk cId="3700973240" sldId="2590"/>
        </pc:sldMkLst>
        <pc:spChg chg="mod">
          <ac:chgData name="Bui Tran Tan Phat" userId="a5ce1f24-8ab2-4d14-9bb9-9087cc823289" providerId="ADAL" clId="{7E65687E-6FFE-4694-B892-86C157377F69}" dt="2026-04-14T11:09:18.875" v="1347" actId="20577"/>
          <ac:spMkLst>
            <pc:docMk/>
            <pc:sldMk cId="3700973240" sldId="2590"/>
            <ac:spMk id="3" creationId="{53A99EC1-56FA-9035-D9FE-A57BE83319B0}"/>
          </ac:spMkLst>
        </pc:spChg>
        <pc:cxnChg chg="del mod">
          <ac:chgData name="Bui Tran Tan Phat" userId="a5ce1f24-8ab2-4d14-9bb9-9087cc823289" providerId="ADAL" clId="{7E65687E-6FFE-4694-B892-86C157377F69}" dt="2026-04-13T17:42:12.261" v="462" actId="478"/>
          <ac:cxnSpMkLst>
            <pc:docMk/>
            <pc:sldMk cId="3700973240" sldId="2590"/>
            <ac:cxnSpMk id="13" creationId="{4BE9AE9B-4A9F-5EB1-08CD-6DB2AF8E8248}"/>
          </ac:cxnSpMkLst>
        </pc:cxnChg>
        <pc:cxnChg chg="del mod">
          <ac:chgData name="Bui Tran Tan Phat" userId="a5ce1f24-8ab2-4d14-9bb9-9087cc823289" providerId="ADAL" clId="{7E65687E-6FFE-4694-B892-86C157377F69}" dt="2026-04-13T17:42:20.943" v="464" actId="478"/>
          <ac:cxnSpMkLst>
            <pc:docMk/>
            <pc:sldMk cId="3700973240" sldId="2590"/>
            <ac:cxnSpMk id="14" creationId="{CB68C3ED-8E54-4A5C-CCCC-9E2138E52D94}"/>
          </ac:cxnSpMkLst>
        </pc:cxnChg>
      </pc:sldChg>
      <pc:sldChg chg="del">
        <pc:chgData name="Bui Tran Tan Phat" userId="a5ce1f24-8ab2-4d14-9bb9-9087cc823289" providerId="ADAL" clId="{7E65687E-6FFE-4694-B892-86C157377F69}" dt="2026-04-13T17:15:51.370" v="16" actId="47"/>
        <pc:sldMkLst>
          <pc:docMk/>
          <pc:sldMk cId="2848689008" sldId="2596"/>
        </pc:sldMkLst>
      </pc:sldChg>
      <pc:sldChg chg="del">
        <pc:chgData name="Bui Tran Tan Phat" userId="a5ce1f24-8ab2-4d14-9bb9-9087cc823289" providerId="ADAL" clId="{7E65687E-6FFE-4694-B892-86C157377F69}" dt="2026-04-13T17:15:51.004" v="15" actId="47"/>
        <pc:sldMkLst>
          <pc:docMk/>
          <pc:sldMk cId="903354641" sldId="2650"/>
        </pc:sldMkLst>
      </pc:sldChg>
      <pc:sldChg chg="modSp add del mod">
        <pc:chgData name="Bui Tran Tan Phat" userId="a5ce1f24-8ab2-4d14-9bb9-9087cc823289" providerId="ADAL" clId="{7E65687E-6FFE-4694-B892-86C157377F69}" dt="2026-04-13T17:36:47.461" v="35" actId="47"/>
        <pc:sldMkLst>
          <pc:docMk/>
          <pc:sldMk cId="3208255139" sldId="2651"/>
        </pc:sldMkLst>
        <pc:spChg chg="mod">
          <ac:chgData name="Bui Tran Tan Phat" userId="a5ce1f24-8ab2-4d14-9bb9-9087cc823289" providerId="ADAL" clId="{7E65687E-6FFE-4694-B892-86C157377F69}" dt="2026-04-13T17:36:43.439" v="34" actId="1076"/>
          <ac:spMkLst>
            <pc:docMk/>
            <pc:sldMk cId="3208255139" sldId="2651"/>
            <ac:spMk id="11" creationId="{FC13AA71-EA40-D477-B65E-40B24050506B}"/>
          </ac:spMkLst>
        </pc:spChg>
      </pc:sldChg>
      <pc:sldChg chg="add del">
        <pc:chgData name="Bui Tran Tan Phat" userId="a5ce1f24-8ab2-4d14-9bb9-9087cc823289" providerId="ADAL" clId="{7E65687E-6FFE-4694-B892-86C157377F69}" dt="2026-04-13T17:38:10.453" v="90" actId="47"/>
        <pc:sldMkLst>
          <pc:docMk/>
          <pc:sldMk cId="3451857725" sldId="2652"/>
        </pc:sldMkLst>
      </pc:sldChg>
      <pc:sldChg chg="del">
        <pc:chgData name="Bui Tran Tan Phat" userId="a5ce1f24-8ab2-4d14-9bb9-9087cc823289" providerId="ADAL" clId="{7E65687E-6FFE-4694-B892-86C157377F69}" dt="2026-04-13T17:38:05.339" v="85" actId="47"/>
        <pc:sldMkLst>
          <pc:docMk/>
          <pc:sldMk cId="1014219374" sldId="2653"/>
        </pc:sldMkLst>
      </pc:sldChg>
      <pc:sldChg chg="addSp delSp modSp del mod">
        <pc:chgData name="Bui Tran Tan Phat" userId="a5ce1f24-8ab2-4d14-9bb9-9087cc823289" providerId="ADAL" clId="{7E65687E-6FFE-4694-B892-86C157377F69}" dt="2026-04-13T17:38:06.103" v="86" actId="47"/>
        <pc:sldMkLst>
          <pc:docMk/>
          <pc:sldMk cId="676913622" sldId="2654"/>
        </pc:sldMkLst>
        <pc:spChg chg="add del mod">
          <ac:chgData name="Bui Tran Tan Phat" userId="a5ce1f24-8ab2-4d14-9bb9-9087cc823289" providerId="ADAL" clId="{7E65687E-6FFE-4694-B892-86C157377F69}" dt="2026-04-13T17:37:06.411" v="58" actId="478"/>
          <ac:spMkLst>
            <pc:docMk/>
            <pc:sldMk cId="676913622" sldId="2654"/>
            <ac:spMk id="2" creationId="{00000000-0000-0000-0000-000000000000}"/>
          </ac:spMkLst>
        </pc:spChg>
        <pc:spChg chg="mod">
          <ac:chgData name="Bui Tran Tan Phat" userId="a5ce1f24-8ab2-4d14-9bb9-9087cc823289" providerId="ADAL" clId="{7E65687E-6FFE-4694-B892-86C157377F69}" dt="2026-04-13T17:36:58.275" v="55" actId="20577"/>
          <ac:spMkLst>
            <pc:docMk/>
            <pc:sldMk cId="676913622" sldId="2654"/>
            <ac:spMk id="11" creationId="{FC13AA71-EA40-D477-B65E-40B24050506B}"/>
          </ac:spMkLst>
        </pc:spChg>
      </pc:sldChg>
      <pc:sldChg chg="del">
        <pc:chgData name="Bui Tran Tan Phat" userId="a5ce1f24-8ab2-4d14-9bb9-9087cc823289" providerId="ADAL" clId="{7E65687E-6FFE-4694-B892-86C157377F69}" dt="2026-04-13T17:15:58.306" v="21" actId="47"/>
        <pc:sldMkLst>
          <pc:docMk/>
          <pc:sldMk cId="2714355499" sldId="2655"/>
        </pc:sldMkLst>
      </pc:sldChg>
      <pc:sldChg chg="del">
        <pc:chgData name="Bui Tran Tan Phat" userId="a5ce1f24-8ab2-4d14-9bb9-9087cc823289" providerId="ADAL" clId="{7E65687E-6FFE-4694-B892-86C157377F69}" dt="2026-04-13T17:38:04.597" v="84" actId="47"/>
        <pc:sldMkLst>
          <pc:docMk/>
          <pc:sldMk cId="1966964422" sldId="2656"/>
        </pc:sldMkLst>
      </pc:sldChg>
      <pc:sldChg chg="add del">
        <pc:chgData name="Bui Tran Tan Phat" userId="a5ce1f24-8ab2-4d14-9bb9-9087cc823289" providerId="ADAL" clId="{7E65687E-6FFE-4694-B892-86C157377F69}" dt="2026-04-13T17:16:00.560" v="22" actId="47"/>
        <pc:sldMkLst>
          <pc:docMk/>
          <pc:sldMk cId="315860648" sldId="2657"/>
        </pc:sldMkLst>
      </pc:sldChg>
      <pc:sldChg chg="del">
        <pc:chgData name="Bui Tran Tan Phat" userId="a5ce1f24-8ab2-4d14-9bb9-9087cc823289" providerId="ADAL" clId="{7E65687E-6FFE-4694-B892-86C157377F69}" dt="2026-04-13T17:16:03.948" v="23" actId="47"/>
        <pc:sldMkLst>
          <pc:docMk/>
          <pc:sldMk cId="3252173730" sldId="2658"/>
        </pc:sldMkLst>
      </pc:sldChg>
      <pc:sldChg chg="del">
        <pc:chgData name="Bui Tran Tan Phat" userId="a5ce1f24-8ab2-4d14-9bb9-9087cc823289" providerId="ADAL" clId="{7E65687E-6FFE-4694-B892-86C157377F69}" dt="2026-04-13T17:38:03.049" v="83" actId="47"/>
        <pc:sldMkLst>
          <pc:docMk/>
          <pc:sldMk cId="3346866811" sldId="2659"/>
        </pc:sldMkLst>
      </pc:sldChg>
      <pc:sldChg chg="add del">
        <pc:chgData name="Bui Tran Tan Phat" userId="a5ce1f24-8ab2-4d14-9bb9-9087cc823289" providerId="ADAL" clId="{7E65687E-6FFE-4694-B892-86C157377F69}" dt="2026-04-13T17:38:08.428" v="88" actId="47"/>
        <pc:sldMkLst>
          <pc:docMk/>
          <pc:sldMk cId="3354715927" sldId="2660"/>
        </pc:sldMkLst>
      </pc:sldChg>
      <pc:sldChg chg="del">
        <pc:chgData name="Bui Tran Tan Phat" userId="a5ce1f24-8ab2-4d14-9bb9-9087cc823289" providerId="ADAL" clId="{7E65687E-6FFE-4694-B892-86C157377F69}" dt="2026-04-13T17:38:07.255" v="87" actId="47"/>
        <pc:sldMkLst>
          <pc:docMk/>
          <pc:sldMk cId="817568861" sldId="2661"/>
        </pc:sldMkLst>
      </pc:sldChg>
      <pc:sldChg chg="add del">
        <pc:chgData name="Bui Tran Tan Phat" userId="a5ce1f24-8ab2-4d14-9bb9-9087cc823289" providerId="ADAL" clId="{7E65687E-6FFE-4694-B892-86C157377F69}" dt="2026-04-13T17:38:00.785" v="81" actId="47"/>
        <pc:sldMkLst>
          <pc:docMk/>
          <pc:sldMk cId="1035795138" sldId="2662"/>
        </pc:sldMkLst>
      </pc:sldChg>
      <pc:sldChg chg="del">
        <pc:chgData name="Bui Tran Tan Phat" userId="a5ce1f24-8ab2-4d14-9bb9-9087cc823289" providerId="ADAL" clId="{7E65687E-6FFE-4694-B892-86C157377F69}" dt="2026-04-13T17:38:09.794" v="89" actId="47"/>
        <pc:sldMkLst>
          <pc:docMk/>
          <pc:sldMk cId="4060072502" sldId="2663"/>
        </pc:sldMkLst>
      </pc:sldChg>
      <pc:sldChg chg="add del modNotesTx">
        <pc:chgData name="Bui Tran Tan Phat" userId="a5ce1f24-8ab2-4d14-9bb9-9087cc823289" providerId="ADAL" clId="{7E65687E-6FFE-4694-B892-86C157377F69}" dt="2026-04-14T11:22:02.203" v="1534" actId="47"/>
        <pc:sldMkLst>
          <pc:docMk/>
          <pc:sldMk cId="3711640001" sldId="2664"/>
        </pc:sldMkLst>
      </pc:sldChg>
      <pc:sldChg chg="add del">
        <pc:chgData name="Bui Tran Tan Phat" userId="a5ce1f24-8ab2-4d14-9bb9-9087cc823289" providerId="ADAL" clId="{7E65687E-6FFE-4694-B892-86C157377F69}" dt="2026-04-13T17:38:02.255" v="82" actId="47"/>
        <pc:sldMkLst>
          <pc:docMk/>
          <pc:sldMk cId="2068584498" sldId="2665"/>
        </pc:sldMkLst>
      </pc:sldChg>
      <pc:sldChg chg="addSp delSp modSp add mod ord">
        <pc:chgData name="Bui Tran Tan Phat" userId="a5ce1f24-8ab2-4d14-9bb9-9087cc823289" providerId="ADAL" clId="{7E65687E-6FFE-4694-B892-86C157377F69}" dt="2026-04-14T11:21:57.956" v="1533" actId="1076"/>
        <pc:sldMkLst>
          <pc:docMk/>
          <pc:sldMk cId="2534288444" sldId="2666"/>
        </pc:sldMkLst>
        <pc:spChg chg="del">
          <ac:chgData name="Bui Tran Tan Phat" userId="a5ce1f24-8ab2-4d14-9bb9-9087cc823289" providerId="ADAL" clId="{7E65687E-6FFE-4694-B892-86C157377F69}" dt="2026-04-13T17:35:07.927" v="25" actId="478"/>
          <ac:spMkLst>
            <pc:docMk/>
            <pc:sldMk cId="2534288444" sldId="2666"/>
            <ac:spMk id="2" creationId="{00000000-0000-0000-0000-000000000000}"/>
          </ac:spMkLst>
        </pc:spChg>
        <pc:spChg chg="del">
          <ac:chgData name="Bui Tran Tan Phat" userId="a5ce1f24-8ab2-4d14-9bb9-9087cc823289" providerId="ADAL" clId="{7E65687E-6FFE-4694-B892-86C157377F69}" dt="2026-04-13T17:35:07.927" v="25" actId="478"/>
          <ac:spMkLst>
            <pc:docMk/>
            <pc:sldMk cId="2534288444" sldId="2666"/>
            <ac:spMk id="8" creationId="{31D3C0FD-5470-449B-9E7B-BCD0450872FD}"/>
          </ac:spMkLst>
        </pc:spChg>
        <pc:picChg chg="add del mod">
          <ac:chgData name="Bui Tran Tan Phat" userId="a5ce1f24-8ab2-4d14-9bb9-9087cc823289" providerId="ADAL" clId="{7E65687E-6FFE-4694-B892-86C157377F69}" dt="2026-04-14T11:21:49.069" v="1526" actId="478"/>
          <ac:picMkLst>
            <pc:docMk/>
            <pc:sldMk cId="2534288444" sldId="2666"/>
            <ac:picMk id="5" creationId="{CA37EE80-60F2-4074-A6C1-39C992290B3D}"/>
          </ac:picMkLst>
        </pc:picChg>
        <pc:picChg chg="add mod">
          <ac:chgData name="Bui Tran Tan Phat" userId="a5ce1f24-8ab2-4d14-9bb9-9087cc823289" providerId="ADAL" clId="{7E65687E-6FFE-4694-B892-86C157377F69}" dt="2026-04-14T11:21:57.956" v="1533" actId="1076"/>
          <ac:picMkLst>
            <pc:docMk/>
            <pc:sldMk cId="2534288444" sldId="2666"/>
            <ac:picMk id="7" creationId="{8B8FCFEB-FE79-47E3-AD84-D929951E636F}"/>
          </ac:picMkLst>
        </pc:picChg>
        <pc:cxnChg chg="del">
          <ac:chgData name="Bui Tran Tan Phat" userId="a5ce1f24-8ab2-4d14-9bb9-9087cc823289" providerId="ADAL" clId="{7E65687E-6FFE-4694-B892-86C157377F69}" dt="2026-04-13T17:35:07.927" v="25" actId="478"/>
          <ac:cxnSpMkLst>
            <pc:docMk/>
            <pc:sldMk cId="2534288444" sldId="2666"/>
            <ac:cxnSpMk id="4" creationId="{9C92E765-C18C-EB10-1758-D7FE55C27B9D}"/>
          </ac:cxnSpMkLst>
        </pc:cxnChg>
      </pc:sldChg>
      <pc:sldChg chg="modSp add mod modNotesTx">
        <pc:chgData name="Bui Tran Tan Phat" userId="a5ce1f24-8ab2-4d14-9bb9-9087cc823289" providerId="ADAL" clId="{7E65687E-6FFE-4694-B892-86C157377F69}" dt="2026-04-14T11:09:09.817" v="1344" actId="20577"/>
        <pc:sldMkLst>
          <pc:docMk/>
          <pc:sldMk cId="4224689062" sldId="2667"/>
        </pc:sldMkLst>
        <pc:spChg chg="mod">
          <ac:chgData name="Bui Tran Tan Phat" userId="a5ce1f24-8ab2-4d14-9bb9-9087cc823289" providerId="ADAL" clId="{7E65687E-6FFE-4694-B892-86C157377F69}" dt="2026-04-14T11:09:09.817" v="1344" actId="20577"/>
          <ac:spMkLst>
            <pc:docMk/>
            <pc:sldMk cId="4224689062" sldId="2667"/>
            <ac:spMk id="3" creationId="{53A99EC1-56FA-9035-D9FE-A57BE83319B0}"/>
          </ac:spMkLst>
        </pc:spChg>
      </pc:sldChg>
      <pc:sldChg chg="addSp delSp modSp add mod ord modNotesTx">
        <pc:chgData name="Bui Tran Tan Phat" userId="a5ce1f24-8ab2-4d14-9bb9-9087cc823289" providerId="ADAL" clId="{7E65687E-6FFE-4694-B892-86C157377F69}" dt="2026-04-14T11:08:58.717" v="1342" actId="20577"/>
        <pc:sldMkLst>
          <pc:docMk/>
          <pc:sldMk cId="323391859" sldId="2668"/>
        </pc:sldMkLst>
        <pc:spChg chg="mod">
          <ac:chgData name="Bui Tran Tan Phat" userId="a5ce1f24-8ab2-4d14-9bb9-9087cc823289" providerId="ADAL" clId="{7E65687E-6FFE-4694-B892-86C157377F69}" dt="2026-04-14T11:08:58.717" v="1342" actId="20577"/>
          <ac:spMkLst>
            <pc:docMk/>
            <pc:sldMk cId="323391859" sldId="2668"/>
            <ac:spMk id="3" creationId="{53A99EC1-56FA-9035-D9FE-A57BE83319B0}"/>
          </ac:spMkLst>
        </pc:spChg>
        <pc:picChg chg="add del mod">
          <ac:chgData name="Bui Tran Tan Phat" userId="a5ce1f24-8ab2-4d14-9bb9-9087cc823289" providerId="ADAL" clId="{7E65687E-6FFE-4694-B892-86C157377F69}" dt="2026-04-14T07:19:41.920" v="1065" actId="478"/>
          <ac:picMkLst>
            <pc:docMk/>
            <pc:sldMk cId="323391859" sldId="2668"/>
            <ac:picMk id="4" creationId="{E3EA56AF-18B1-4D52-8468-9C8F6434BFAB}"/>
          </ac:picMkLst>
        </pc:picChg>
      </pc:sldChg>
      <pc:sldChg chg="add del">
        <pc:chgData name="Bui Tran Tan Phat" userId="a5ce1f24-8ab2-4d14-9bb9-9087cc823289" providerId="ADAL" clId="{7E65687E-6FFE-4694-B892-86C157377F69}" dt="2026-04-13T17:42:53.526" v="471" actId="47"/>
        <pc:sldMkLst>
          <pc:docMk/>
          <pc:sldMk cId="3405684589" sldId="2668"/>
        </pc:sldMkLst>
      </pc:sldChg>
      <pc:sldChg chg="modSp add mod modNotesTx">
        <pc:chgData name="Bui Tran Tan Phat" userId="a5ce1f24-8ab2-4d14-9bb9-9087cc823289" providerId="ADAL" clId="{7E65687E-6FFE-4694-B892-86C157377F69}" dt="2026-04-14T11:08:50.902" v="1340" actId="20577"/>
        <pc:sldMkLst>
          <pc:docMk/>
          <pc:sldMk cId="144359213" sldId="2669"/>
        </pc:sldMkLst>
        <pc:spChg chg="mod">
          <ac:chgData name="Bui Tran Tan Phat" userId="a5ce1f24-8ab2-4d14-9bb9-9087cc823289" providerId="ADAL" clId="{7E65687E-6FFE-4694-B892-86C157377F69}" dt="2026-04-14T11:08:50.902" v="1340" actId="20577"/>
          <ac:spMkLst>
            <pc:docMk/>
            <pc:sldMk cId="144359213" sldId="2669"/>
            <ac:spMk id="3" creationId="{53A99EC1-56FA-9035-D9FE-A57BE83319B0}"/>
          </ac:spMkLst>
        </pc:spChg>
      </pc:sldChg>
      <pc:sldChg chg="modSp add mod modNotesTx">
        <pc:chgData name="Bui Tran Tan Phat" userId="a5ce1f24-8ab2-4d14-9bb9-9087cc823289" providerId="ADAL" clId="{7E65687E-6FFE-4694-B892-86C157377F69}" dt="2026-04-14T11:09:30.063" v="1349" actId="20577"/>
        <pc:sldMkLst>
          <pc:docMk/>
          <pc:sldMk cId="862993141" sldId="2670"/>
        </pc:sldMkLst>
        <pc:spChg chg="mod">
          <ac:chgData name="Bui Tran Tan Phat" userId="a5ce1f24-8ab2-4d14-9bb9-9087cc823289" providerId="ADAL" clId="{7E65687E-6FFE-4694-B892-86C157377F69}" dt="2026-04-14T11:09:30.063" v="1349" actId="20577"/>
          <ac:spMkLst>
            <pc:docMk/>
            <pc:sldMk cId="862993141" sldId="2670"/>
            <ac:spMk id="3" creationId="{53A99EC1-56FA-9035-D9FE-A57BE83319B0}"/>
          </ac:spMkLst>
        </pc:spChg>
      </pc:sldChg>
      <pc:sldChg chg="addSp delSp modSp add mod modNotesTx">
        <pc:chgData name="Bui Tran Tan Phat" userId="a5ce1f24-8ab2-4d14-9bb9-9087cc823289" providerId="ADAL" clId="{7E65687E-6FFE-4694-B892-86C157377F69}" dt="2026-04-14T07:09:09.592" v="822" actId="20577"/>
        <pc:sldMkLst>
          <pc:docMk/>
          <pc:sldMk cId="2209688972" sldId="2671"/>
        </pc:sldMkLst>
        <pc:spChg chg="mod">
          <ac:chgData name="Bui Tran Tan Phat" userId="a5ce1f24-8ab2-4d14-9bb9-9087cc823289" providerId="ADAL" clId="{7E65687E-6FFE-4694-B892-86C157377F69}" dt="2026-04-13T17:46:08.780" v="548" actId="207"/>
          <ac:spMkLst>
            <pc:docMk/>
            <pc:sldMk cId="2209688972" sldId="2671"/>
            <ac:spMk id="2" creationId="{00000000-0000-0000-0000-000000000000}"/>
          </ac:spMkLst>
        </pc:spChg>
        <pc:spChg chg="add mod">
          <ac:chgData name="Bui Tran Tan Phat" userId="a5ce1f24-8ab2-4d14-9bb9-9087cc823289" providerId="ADAL" clId="{7E65687E-6FFE-4694-B892-86C157377F69}" dt="2026-04-13T17:46:22.847" v="551" actId="164"/>
          <ac:spMkLst>
            <pc:docMk/>
            <pc:sldMk cId="2209688972" sldId="2671"/>
            <ac:spMk id="5" creationId="{F8C1F12C-7699-4ECA-8660-FC44E6951013}"/>
          </ac:spMkLst>
        </pc:spChg>
        <pc:spChg chg="del mod">
          <ac:chgData name="Bui Tran Tan Phat" userId="a5ce1f24-8ab2-4d14-9bb9-9087cc823289" providerId="ADAL" clId="{7E65687E-6FFE-4694-B892-86C157377F69}" dt="2026-04-13T17:44:43.864" v="497" actId="478"/>
          <ac:spMkLst>
            <pc:docMk/>
            <pc:sldMk cId="2209688972" sldId="2671"/>
            <ac:spMk id="8" creationId="{31D3C0FD-5470-449B-9E7B-BCD0450872FD}"/>
          </ac:spMkLst>
        </pc:spChg>
        <pc:spChg chg="add mod">
          <ac:chgData name="Bui Tran Tan Phat" userId="a5ce1f24-8ab2-4d14-9bb9-9087cc823289" providerId="ADAL" clId="{7E65687E-6FFE-4694-B892-86C157377F69}" dt="2026-04-14T07:08:41.634" v="805" actId="1076"/>
          <ac:spMkLst>
            <pc:docMk/>
            <pc:sldMk cId="2209688972" sldId="2671"/>
            <ac:spMk id="9" creationId="{31BD72B7-63E6-4FE6-86EF-47CE468741A3}"/>
          </ac:spMkLst>
        </pc:spChg>
        <pc:grpChg chg="add mod">
          <ac:chgData name="Bui Tran Tan Phat" userId="a5ce1f24-8ab2-4d14-9bb9-9087cc823289" providerId="ADAL" clId="{7E65687E-6FFE-4694-B892-86C157377F69}" dt="2026-04-13T17:46:22.847" v="551" actId="164"/>
          <ac:grpSpMkLst>
            <pc:docMk/>
            <pc:sldMk cId="2209688972" sldId="2671"/>
            <ac:grpSpMk id="3" creationId="{5F2B1F81-FF61-4DFA-8B1A-DD785A663E32}"/>
          </ac:grpSpMkLst>
        </pc:grpChg>
        <pc:graphicFrameChg chg="add mod modGraphic">
          <ac:chgData name="Bui Tran Tan Phat" userId="a5ce1f24-8ab2-4d14-9bb9-9087cc823289" providerId="ADAL" clId="{7E65687E-6FFE-4694-B892-86C157377F69}" dt="2026-04-13T18:07:11.990" v="804" actId="207"/>
          <ac:graphicFrameMkLst>
            <pc:docMk/>
            <pc:sldMk cId="2209688972" sldId="2671"/>
            <ac:graphicFrameMk id="6" creationId="{1368035A-7638-4D74-A9C1-BDE5B2C64B0E}"/>
          </ac:graphicFrameMkLst>
        </pc:graphicFrameChg>
        <pc:cxnChg chg="mod">
          <ac:chgData name="Bui Tran Tan Phat" userId="a5ce1f24-8ab2-4d14-9bb9-9087cc823289" providerId="ADAL" clId="{7E65687E-6FFE-4694-B892-86C157377F69}" dt="2026-04-13T17:46:22.847" v="551" actId="164"/>
          <ac:cxnSpMkLst>
            <pc:docMk/>
            <pc:sldMk cId="2209688972" sldId="2671"/>
            <ac:cxnSpMk id="4" creationId="{9C92E765-C18C-EB10-1758-D7FE55C27B9D}"/>
          </ac:cxnSpMkLst>
        </pc:cxnChg>
      </pc:sldChg>
      <pc:sldChg chg="addSp delSp modSp add mod ord">
        <pc:chgData name="Bui Tran Tan Phat" userId="a5ce1f24-8ab2-4d14-9bb9-9087cc823289" providerId="ADAL" clId="{7E65687E-6FFE-4694-B892-86C157377F69}" dt="2026-04-14T11:07:23.187" v="1337" actId="1035"/>
        <pc:sldMkLst>
          <pc:docMk/>
          <pc:sldMk cId="1747352246" sldId="2672"/>
        </pc:sldMkLst>
        <pc:spChg chg="mod">
          <ac:chgData name="Bui Tran Tan Phat" userId="a5ce1f24-8ab2-4d14-9bb9-9087cc823289" providerId="ADAL" clId="{7E65687E-6FFE-4694-B892-86C157377F69}" dt="2026-04-14T07:19:56.450" v="1084" actId="20577"/>
          <ac:spMkLst>
            <pc:docMk/>
            <pc:sldMk cId="1747352246" sldId="2672"/>
            <ac:spMk id="2" creationId="{00000000-0000-0000-0000-000000000000}"/>
          </ac:spMkLst>
        </pc:spChg>
        <pc:spChg chg="mod topLvl">
          <ac:chgData name="Bui Tran Tan Phat" userId="a5ce1f24-8ab2-4d14-9bb9-9087cc823289" providerId="ADAL" clId="{7E65687E-6FFE-4694-B892-86C157377F69}" dt="2026-04-14T07:20:21.583" v="1106" actId="20577"/>
          <ac:spMkLst>
            <pc:docMk/>
            <pc:sldMk cId="1747352246" sldId="2672"/>
            <ac:spMk id="5" creationId="{F8C1F12C-7699-4ECA-8660-FC44E6951013}"/>
          </ac:spMkLst>
        </pc:spChg>
        <pc:spChg chg="del">
          <ac:chgData name="Bui Tran Tan Phat" userId="a5ce1f24-8ab2-4d14-9bb9-9087cc823289" providerId="ADAL" clId="{7E65687E-6FFE-4694-B892-86C157377F69}" dt="2026-04-14T07:12:18.660" v="873" actId="478"/>
          <ac:spMkLst>
            <pc:docMk/>
            <pc:sldMk cId="1747352246" sldId="2672"/>
            <ac:spMk id="9" creationId="{31BD72B7-63E6-4FE6-86EF-47CE468741A3}"/>
          </ac:spMkLst>
        </pc:spChg>
        <pc:spChg chg="add del mod">
          <ac:chgData name="Bui Tran Tan Phat" userId="a5ce1f24-8ab2-4d14-9bb9-9087cc823289" providerId="ADAL" clId="{7E65687E-6FFE-4694-B892-86C157377F69}" dt="2026-04-14T07:20:34.610" v="1110" actId="478"/>
          <ac:spMkLst>
            <pc:docMk/>
            <pc:sldMk cId="1747352246" sldId="2672"/>
            <ac:spMk id="10" creationId="{3C1EB09A-93B3-4D2A-B21C-4DE099A200EC}"/>
          </ac:spMkLst>
        </pc:spChg>
        <pc:spChg chg="add del mod">
          <ac:chgData name="Bui Tran Tan Phat" userId="a5ce1f24-8ab2-4d14-9bb9-9087cc823289" providerId="ADAL" clId="{7E65687E-6FFE-4694-B892-86C157377F69}" dt="2026-04-14T07:20:36.241" v="1112" actId="478"/>
          <ac:spMkLst>
            <pc:docMk/>
            <pc:sldMk cId="1747352246" sldId="2672"/>
            <ac:spMk id="11" creationId="{7A77B214-564B-404B-9F5C-C572AC87886B}"/>
          </ac:spMkLst>
        </pc:spChg>
        <pc:spChg chg="add del mod">
          <ac:chgData name="Bui Tran Tan Phat" userId="a5ce1f24-8ab2-4d14-9bb9-9087cc823289" providerId="ADAL" clId="{7E65687E-6FFE-4694-B892-86C157377F69}" dt="2026-04-14T07:20:33.490" v="1109" actId="478"/>
          <ac:spMkLst>
            <pc:docMk/>
            <pc:sldMk cId="1747352246" sldId="2672"/>
            <ac:spMk id="16" creationId="{166AE48B-ECCF-4F77-99B8-11BB5415CCD8}"/>
          </ac:spMkLst>
        </pc:spChg>
        <pc:spChg chg="add mod">
          <ac:chgData name="Bui Tran Tan Phat" userId="a5ce1f24-8ab2-4d14-9bb9-9087cc823289" providerId="ADAL" clId="{7E65687E-6FFE-4694-B892-86C157377F69}" dt="2026-04-14T07:29:08.949" v="1332" actId="207"/>
          <ac:spMkLst>
            <pc:docMk/>
            <pc:sldMk cId="1747352246" sldId="2672"/>
            <ac:spMk id="22" creationId="{3F881EAC-D218-470A-99FC-90BEF88A0A66}"/>
          </ac:spMkLst>
        </pc:spChg>
        <pc:spChg chg="add mod">
          <ac:chgData name="Bui Tran Tan Phat" userId="a5ce1f24-8ab2-4d14-9bb9-9087cc823289" providerId="ADAL" clId="{7E65687E-6FFE-4694-B892-86C157377F69}" dt="2026-04-14T11:07:23.187" v="1337" actId="1035"/>
          <ac:spMkLst>
            <pc:docMk/>
            <pc:sldMk cId="1747352246" sldId="2672"/>
            <ac:spMk id="24" creationId="{FB8265CA-CDA8-4EA0-A3AD-8038F5239ED3}"/>
          </ac:spMkLst>
        </pc:spChg>
        <pc:spChg chg="add mod">
          <ac:chgData name="Bui Tran Tan Phat" userId="a5ce1f24-8ab2-4d14-9bb9-9087cc823289" providerId="ADAL" clId="{7E65687E-6FFE-4694-B892-86C157377F69}" dt="2026-04-14T07:29:11.498" v="1333" actId="207"/>
          <ac:spMkLst>
            <pc:docMk/>
            <pc:sldMk cId="1747352246" sldId="2672"/>
            <ac:spMk id="26" creationId="{0F2E6304-7CC6-4102-AEAC-4AA9EF01B222}"/>
          </ac:spMkLst>
        </pc:spChg>
        <pc:grpChg chg="del mod">
          <ac:chgData name="Bui Tran Tan Phat" userId="a5ce1f24-8ab2-4d14-9bb9-9087cc823289" providerId="ADAL" clId="{7E65687E-6FFE-4694-B892-86C157377F69}" dt="2026-04-14T07:18:18.495" v="1038" actId="165"/>
          <ac:grpSpMkLst>
            <pc:docMk/>
            <pc:sldMk cId="1747352246" sldId="2672"/>
            <ac:grpSpMk id="3" creationId="{5F2B1F81-FF61-4DFA-8B1A-DD785A663E32}"/>
          </ac:grpSpMkLst>
        </pc:grpChg>
        <pc:grpChg chg="add mod">
          <ac:chgData name="Bui Tran Tan Phat" userId="a5ce1f24-8ab2-4d14-9bb9-9087cc823289" providerId="ADAL" clId="{7E65687E-6FFE-4694-B892-86C157377F69}" dt="2026-04-14T07:20:24.889" v="1107" actId="14100"/>
          <ac:grpSpMkLst>
            <pc:docMk/>
            <pc:sldMk cId="1747352246" sldId="2672"/>
            <ac:grpSpMk id="17" creationId="{2A365866-6B9E-411B-A578-DE680291A935}"/>
          </ac:grpSpMkLst>
        </pc:grpChg>
        <pc:graphicFrameChg chg="del">
          <ac:chgData name="Bui Tran Tan Phat" userId="a5ce1f24-8ab2-4d14-9bb9-9087cc823289" providerId="ADAL" clId="{7E65687E-6FFE-4694-B892-86C157377F69}" dt="2026-04-14T07:12:13.463" v="872" actId="478"/>
          <ac:graphicFrameMkLst>
            <pc:docMk/>
            <pc:sldMk cId="1747352246" sldId="2672"/>
            <ac:graphicFrameMk id="6" creationId="{1368035A-7638-4D74-A9C1-BDE5B2C64B0E}"/>
          </ac:graphicFrameMkLst>
        </pc:graphicFrameChg>
        <pc:graphicFrameChg chg="add mod modGraphic">
          <ac:chgData name="Bui Tran Tan Phat" userId="a5ce1f24-8ab2-4d14-9bb9-9087cc823289" providerId="ADAL" clId="{7E65687E-6FFE-4694-B892-86C157377F69}" dt="2026-04-14T07:27:21.702" v="1297" actId="1036"/>
          <ac:graphicFrameMkLst>
            <pc:docMk/>
            <pc:sldMk cId="1747352246" sldId="2672"/>
            <ac:graphicFrameMk id="20" creationId="{B21C5146-0BBC-4F71-BF5C-67173D37096C}"/>
          </ac:graphicFrameMkLst>
        </pc:graphicFrameChg>
        <pc:picChg chg="add del mod">
          <ac:chgData name="Bui Tran Tan Phat" userId="a5ce1f24-8ab2-4d14-9bb9-9087cc823289" providerId="ADAL" clId="{7E65687E-6FFE-4694-B892-86C157377F69}" dt="2026-04-14T07:20:31.871" v="1108" actId="478"/>
          <ac:picMkLst>
            <pc:docMk/>
            <pc:sldMk cId="1747352246" sldId="2672"/>
            <ac:picMk id="19" creationId="{2E178C03-0440-4442-B777-BBBEEEF44674}"/>
          </ac:picMkLst>
        </pc:picChg>
        <pc:cxnChg chg="mod topLvl">
          <ac:chgData name="Bui Tran Tan Phat" userId="a5ce1f24-8ab2-4d14-9bb9-9087cc823289" providerId="ADAL" clId="{7E65687E-6FFE-4694-B892-86C157377F69}" dt="2026-04-14T07:18:31.083" v="1052" actId="164"/>
          <ac:cxnSpMkLst>
            <pc:docMk/>
            <pc:sldMk cId="1747352246" sldId="2672"/>
            <ac:cxnSpMk id="4" creationId="{9C92E765-C18C-EB10-1758-D7FE55C27B9D}"/>
          </ac:cxnSpMkLst>
        </pc:cxnChg>
        <pc:cxnChg chg="add del mod">
          <ac:chgData name="Bui Tran Tan Phat" userId="a5ce1f24-8ab2-4d14-9bb9-9087cc823289" providerId="ADAL" clId="{7E65687E-6FFE-4694-B892-86C157377F69}" dt="2026-04-14T07:20:35.290" v="1111" actId="478"/>
          <ac:cxnSpMkLst>
            <pc:docMk/>
            <pc:sldMk cId="1747352246" sldId="2672"/>
            <ac:cxnSpMk id="13" creationId="{7DC2512E-6C08-449B-9A4B-732BDA97C016}"/>
          </ac:cxnSpMkLst>
        </pc:cxnChg>
        <pc:cxnChg chg="add mod">
          <ac:chgData name="Bui Tran Tan Phat" userId="a5ce1f24-8ab2-4d14-9bb9-9087cc823289" providerId="ADAL" clId="{7E65687E-6FFE-4694-B892-86C157377F69}" dt="2026-04-14T07:28:33.206" v="1325" actId="1076"/>
          <ac:cxnSpMkLst>
            <pc:docMk/>
            <pc:sldMk cId="1747352246" sldId="2672"/>
            <ac:cxnSpMk id="27" creationId="{AA713891-B158-40B1-BD3F-A0A8226A3CB3}"/>
          </ac:cxnSpMkLst>
        </pc:cxnChg>
      </pc:sldChg>
      <pc:sldChg chg="add ord">
        <pc:chgData name="Bui Tran Tan Phat" userId="a5ce1f24-8ab2-4d14-9bb9-9087cc823289" providerId="ADAL" clId="{7E65687E-6FFE-4694-B892-86C157377F69}" dt="2026-04-14T07:21:38.678" v="1116"/>
        <pc:sldMkLst>
          <pc:docMk/>
          <pc:sldMk cId="860689425" sldId="2673"/>
        </pc:sldMkLst>
      </pc:sldChg>
      <pc:sldChg chg="addSp delSp modSp add mod modNotesTx">
        <pc:chgData name="Bui Tran Tan Phat" userId="a5ce1f24-8ab2-4d14-9bb9-9087cc823289" providerId="ADAL" clId="{7E65687E-6FFE-4694-B892-86C157377F69}" dt="2026-04-14T11:20:17.936" v="1510" actId="113"/>
        <pc:sldMkLst>
          <pc:docMk/>
          <pc:sldMk cId="1971774835" sldId="2674"/>
        </pc:sldMkLst>
        <pc:spChg chg="mod">
          <ac:chgData name="Bui Tran Tan Phat" userId="a5ce1f24-8ab2-4d14-9bb9-9087cc823289" providerId="ADAL" clId="{7E65687E-6FFE-4694-B892-86C157377F69}" dt="2026-04-14T11:10:19.080" v="1354"/>
          <ac:spMkLst>
            <pc:docMk/>
            <pc:sldMk cId="1971774835" sldId="2674"/>
            <ac:spMk id="2" creationId="{00000000-0000-0000-0000-000000000000}"/>
          </ac:spMkLst>
        </pc:spChg>
        <pc:spChg chg="mod">
          <ac:chgData name="Bui Tran Tan Phat" userId="a5ce1f24-8ab2-4d14-9bb9-9087cc823289" providerId="ADAL" clId="{7E65687E-6FFE-4694-B892-86C157377F69}" dt="2026-04-14T11:12:15.041" v="1355"/>
          <ac:spMkLst>
            <pc:docMk/>
            <pc:sldMk cId="1971774835" sldId="2674"/>
            <ac:spMk id="5" creationId="{F8C1F12C-7699-4ECA-8660-FC44E6951013}"/>
          </ac:spMkLst>
        </pc:spChg>
        <pc:spChg chg="add mod">
          <ac:chgData name="Bui Tran Tan Phat" userId="a5ce1f24-8ab2-4d14-9bb9-9087cc823289" providerId="ADAL" clId="{7E65687E-6FFE-4694-B892-86C157377F69}" dt="2026-04-14T11:19:08.722" v="1476" actId="12788"/>
          <ac:spMkLst>
            <pc:docMk/>
            <pc:sldMk cId="1971774835" sldId="2674"/>
            <ac:spMk id="11" creationId="{624F18B4-626A-4FE5-8DBD-8F9D5049989D}"/>
          </ac:spMkLst>
        </pc:spChg>
        <pc:spChg chg="mod">
          <ac:chgData name="Bui Tran Tan Phat" userId="a5ce1f24-8ab2-4d14-9bb9-9087cc823289" providerId="ADAL" clId="{7E65687E-6FFE-4694-B892-86C157377F69}" dt="2026-04-14T11:19:52.758" v="1508" actId="113"/>
          <ac:spMkLst>
            <pc:docMk/>
            <pc:sldMk cId="1971774835" sldId="2674"/>
            <ac:spMk id="22" creationId="{3F881EAC-D218-470A-99FC-90BEF88A0A66}"/>
          </ac:spMkLst>
        </pc:spChg>
        <pc:spChg chg="del">
          <ac:chgData name="Bui Tran Tan Phat" userId="a5ce1f24-8ab2-4d14-9bb9-9087cc823289" providerId="ADAL" clId="{7E65687E-6FFE-4694-B892-86C157377F69}" dt="2026-04-14T11:15:48.438" v="1427" actId="478"/>
          <ac:spMkLst>
            <pc:docMk/>
            <pc:sldMk cId="1971774835" sldId="2674"/>
            <ac:spMk id="24" creationId="{FB8265CA-CDA8-4EA0-A3AD-8038F5239ED3}"/>
          </ac:spMkLst>
        </pc:spChg>
        <pc:spChg chg="mod">
          <ac:chgData name="Bui Tran Tan Phat" userId="a5ce1f24-8ab2-4d14-9bb9-9087cc823289" providerId="ADAL" clId="{7E65687E-6FFE-4694-B892-86C157377F69}" dt="2026-04-14T11:20:17.936" v="1510" actId="113"/>
          <ac:spMkLst>
            <pc:docMk/>
            <pc:sldMk cId="1971774835" sldId="2674"/>
            <ac:spMk id="26" creationId="{0F2E6304-7CC6-4102-AEAC-4AA9EF01B222}"/>
          </ac:spMkLst>
        </pc:spChg>
        <pc:grpChg chg="mod">
          <ac:chgData name="Bui Tran Tan Phat" userId="a5ce1f24-8ab2-4d14-9bb9-9087cc823289" providerId="ADAL" clId="{7E65687E-6FFE-4694-B892-86C157377F69}" dt="2026-04-14T11:12:17.430" v="1356" actId="14100"/>
          <ac:grpSpMkLst>
            <pc:docMk/>
            <pc:sldMk cId="1971774835" sldId="2674"/>
            <ac:grpSpMk id="17" creationId="{2A365866-6B9E-411B-A578-DE680291A935}"/>
          </ac:grpSpMkLst>
        </pc:grpChg>
        <pc:graphicFrameChg chg="del">
          <ac:chgData name="Bui Tran Tan Phat" userId="a5ce1f24-8ab2-4d14-9bb9-9087cc823289" providerId="ADAL" clId="{7E65687E-6FFE-4694-B892-86C157377F69}" dt="2026-04-14T11:16:35.677" v="1436" actId="478"/>
          <ac:graphicFrameMkLst>
            <pc:docMk/>
            <pc:sldMk cId="1971774835" sldId="2674"/>
            <ac:graphicFrameMk id="20" creationId="{B21C5146-0BBC-4F71-BF5C-67173D37096C}"/>
          </ac:graphicFrameMkLst>
        </pc:graphicFrameChg>
        <pc:cxnChg chg="del">
          <ac:chgData name="Bui Tran Tan Phat" userId="a5ce1f24-8ab2-4d14-9bb9-9087cc823289" providerId="ADAL" clId="{7E65687E-6FFE-4694-B892-86C157377F69}" dt="2026-04-14T11:16:39.023" v="1437" actId="478"/>
          <ac:cxnSpMkLst>
            <pc:docMk/>
            <pc:sldMk cId="1971774835" sldId="2674"/>
            <ac:cxnSpMk id="27" creationId="{AA713891-B158-40B1-BD3F-A0A8226A3CB3}"/>
          </ac:cxnSpMkLst>
        </pc:cxnChg>
      </pc:sldChg>
      <pc:sldChg chg="addSp delSp modSp add mod modNotesTx">
        <pc:chgData name="Bui Tran Tan Phat" userId="a5ce1f24-8ab2-4d14-9bb9-9087cc823289" providerId="ADAL" clId="{7E65687E-6FFE-4694-B892-86C157377F69}" dt="2026-04-14T16:35:30.798" v="1905" actId="1076"/>
        <pc:sldMkLst>
          <pc:docMk/>
          <pc:sldMk cId="2579545952" sldId="2675"/>
        </pc:sldMkLst>
        <pc:spChg chg="mod">
          <ac:chgData name="Bui Tran Tan Phat" userId="a5ce1f24-8ab2-4d14-9bb9-9087cc823289" providerId="ADAL" clId="{7E65687E-6FFE-4694-B892-86C157377F69}" dt="2026-04-14T11:20:56.540" v="1516"/>
          <ac:spMkLst>
            <pc:docMk/>
            <pc:sldMk cId="2579545952" sldId="2675"/>
            <ac:spMk id="2" creationId="{00000000-0000-0000-0000-000000000000}"/>
          </ac:spMkLst>
        </pc:spChg>
        <pc:spChg chg="mod">
          <ac:chgData name="Bui Tran Tan Phat" userId="a5ce1f24-8ab2-4d14-9bb9-9087cc823289" providerId="ADAL" clId="{7E65687E-6FFE-4694-B892-86C157377F69}" dt="2026-04-14T11:21:04.654" v="1517"/>
          <ac:spMkLst>
            <pc:docMk/>
            <pc:sldMk cId="2579545952" sldId="2675"/>
            <ac:spMk id="5" creationId="{F8C1F12C-7699-4ECA-8660-FC44E6951013}"/>
          </ac:spMkLst>
        </pc:spChg>
        <pc:spChg chg="add mod">
          <ac:chgData name="Bui Tran Tan Phat" userId="a5ce1f24-8ab2-4d14-9bb9-9087cc823289" providerId="ADAL" clId="{7E65687E-6FFE-4694-B892-86C157377F69}" dt="2026-04-14T16:34:25.903" v="1882" actId="1076"/>
          <ac:spMkLst>
            <pc:docMk/>
            <pc:sldMk cId="2579545952" sldId="2675"/>
            <ac:spMk id="10" creationId="{52F91902-1777-424D-AC34-E11569083382}"/>
          </ac:spMkLst>
        </pc:spChg>
        <pc:spChg chg="del">
          <ac:chgData name="Bui Tran Tan Phat" userId="a5ce1f24-8ab2-4d14-9bb9-9087cc823289" providerId="ADAL" clId="{7E65687E-6FFE-4694-B892-86C157377F69}" dt="2026-04-14T15:50:15.054" v="1781" actId="478"/>
          <ac:spMkLst>
            <pc:docMk/>
            <pc:sldMk cId="2579545952" sldId="2675"/>
            <ac:spMk id="11" creationId="{624F18B4-626A-4FE5-8DBD-8F9D5049989D}"/>
          </ac:spMkLst>
        </pc:spChg>
        <pc:spChg chg="add del mod">
          <ac:chgData name="Bui Tran Tan Phat" userId="a5ce1f24-8ab2-4d14-9bb9-9087cc823289" providerId="ADAL" clId="{7E65687E-6FFE-4694-B892-86C157377F69}" dt="2026-04-14T16:33:43.300" v="1868" actId="478"/>
          <ac:spMkLst>
            <pc:docMk/>
            <pc:sldMk cId="2579545952" sldId="2675"/>
            <ac:spMk id="12" creationId="{D9161FC0-E720-4B58-94C4-E29B0EB8BAE1}"/>
          </ac:spMkLst>
        </pc:spChg>
        <pc:spChg chg="add mod">
          <ac:chgData name="Bui Tran Tan Phat" userId="a5ce1f24-8ab2-4d14-9bb9-9087cc823289" providerId="ADAL" clId="{7E65687E-6FFE-4694-B892-86C157377F69}" dt="2026-04-14T16:35:30.798" v="1905" actId="1076"/>
          <ac:spMkLst>
            <pc:docMk/>
            <pc:sldMk cId="2579545952" sldId="2675"/>
            <ac:spMk id="13" creationId="{CA77511D-5D85-49AC-ACED-FBB095EFE742}"/>
          </ac:spMkLst>
        </pc:spChg>
        <pc:spChg chg="add mod">
          <ac:chgData name="Bui Tran Tan Phat" userId="a5ce1f24-8ab2-4d14-9bb9-9087cc823289" providerId="ADAL" clId="{7E65687E-6FFE-4694-B892-86C157377F69}" dt="2026-04-14T16:35:25.215" v="1904" actId="207"/>
          <ac:spMkLst>
            <pc:docMk/>
            <pc:sldMk cId="2579545952" sldId="2675"/>
            <ac:spMk id="14" creationId="{27FAFE70-4457-4E5D-A622-DB313CB73B9F}"/>
          </ac:spMkLst>
        </pc:spChg>
        <pc:spChg chg="del">
          <ac:chgData name="Bui Tran Tan Phat" userId="a5ce1f24-8ab2-4d14-9bb9-9087cc823289" providerId="ADAL" clId="{7E65687E-6FFE-4694-B892-86C157377F69}" dt="2026-04-14T15:50:15.054" v="1781" actId="478"/>
          <ac:spMkLst>
            <pc:docMk/>
            <pc:sldMk cId="2579545952" sldId="2675"/>
            <ac:spMk id="22" creationId="{3F881EAC-D218-470A-99FC-90BEF88A0A66}"/>
          </ac:spMkLst>
        </pc:spChg>
        <pc:spChg chg="del">
          <ac:chgData name="Bui Tran Tan Phat" userId="a5ce1f24-8ab2-4d14-9bb9-9087cc823289" providerId="ADAL" clId="{7E65687E-6FFE-4694-B892-86C157377F69}" dt="2026-04-14T15:50:15.054" v="1781" actId="478"/>
          <ac:spMkLst>
            <pc:docMk/>
            <pc:sldMk cId="2579545952" sldId="2675"/>
            <ac:spMk id="26" creationId="{0F2E6304-7CC6-4102-AEAC-4AA9EF01B222}"/>
          </ac:spMkLst>
        </pc:spChg>
        <pc:grpChg chg="mod">
          <ac:chgData name="Bui Tran Tan Phat" userId="a5ce1f24-8ab2-4d14-9bb9-9087cc823289" providerId="ADAL" clId="{7E65687E-6FFE-4694-B892-86C157377F69}" dt="2026-04-14T11:21:17.946" v="1522" actId="14100"/>
          <ac:grpSpMkLst>
            <pc:docMk/>
            <pc:sldMk cId="2579545952" sldId="2675"/>
            <ac:grpSpMk id="17" creationId="{2A365866-6B9E-411B-A578-DE680291A935}"/>
          </ac:grpSpMkLst>
        </pc:grpChg>
        <pc:cxnChg chg="mod">
          <ac:chgData name="Bui Tran Tan Phat" userId="a5ce1f24-8ab2-4d14-9bb9-9087cc823289" providerId="ADAL" clId="{7E65687E-6FFE-4694-B892-86C157377F69}" dt="2026-04-14T11:21:19.963" v="1523" actId="14100"/>
          <ac:cxnSpMkLst>
            <pc:docMk/>
            <pc:sldMk cId="2579545952" sldId="2675"/>
            <ac:cxnSpMk id="4" creationId="{9C92E765-C18C-EB10-1758-D7FE55C27B9D}"/>
          </ac:cxnSpMkLst>
        </pc:cxnChg>
      </pc:sldChg>
      <pc:sldMasterChg chg="addSldLayout delSldLayout">
        <pc:chgData name="Bui Tran Tan Phat" userId="a5ce1f24-8ab2-4d14-9bb9-9087cc823289" providerId="ADAL" clId="{7E65687E-6FFE-4694-B892-86C157377F69}" dt="2026-04-13T17:15:44.554" v="7" actId="47"/>
        <pc:sldMasterMkLst>
          <pc:docMk/>
          <pc:sldMasterMk cId="3019940406" sldId="2147483652"/>
        </pc:sldMasterMkLst>
        <pc:sldLayoutChg chg="add del">
          <pc:chgData name="Bui Tran Tan Phat" userId="a5ce1f24-8ab2-4d14-9bb9-9087cc823289" providerId="ADAL" clId="{7E65687E-6FFE-4694-B892-86C157377F69}" dt="2026-04-13T17:15:44.554" v="7" actId="47"/>
          <pc:sldLayoutMkLst>
            <pc:docMk/>
            <pc:sldMasterMk cId="3019940406" sldId="2147483652"/>
            <pc:sldLayoutMk cId="3072657511"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2558455"/>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84844C2-26A1-41D3-BBF8-416169C5B579}" type="slidenum">
              <a:rPr lang="en-US" smtClean="0"/>
              <a:t>1</a:t>
            </a:fld>
            <a:endParaRPr lang="en-US"/>
          </a:p>
        </p:txBody>
      </p:sp>
    </p:spTree>
    <p:extLst>
      <p:ext uri="{BB962C8B-B14F-4D97-AF65-F5344CB8AC3E}">
        <p14:creationId xmlns:p14="http://schemas.microsoft.com/office/powerpoint/2010/main" val="2311180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6DD88"/>
                </a:solidFill>
                <a:effectLst/>
                <a:latin typeface="Fira Code Retina" pitchFamily="1" charset="0"/>
              </a:rPr>
              <a:t>Top Features: age, </a:t>
            </a:r>
            <a:r>
              <a:rPr lang="en-US" b="0" dirty="0" err="1">
                <a:solidFill>
                  <a:srgbClr val="C6DD88"/>
                </a:solidFill>
                <a:effectLst/>
                <a:latin typeface="Fira Code Retina" pitchFamily="1" charset="0"/>
              </a:rPr>
              <a:t>bstd</a:t>
            </a:r>
            <a:r>
              <a:rPr lang="en-US" b="0" dirty="0">
                <a:solidFill>
                  <a:srgbClr val="C6DD88"/>
                </a:solidFill>
                <a:effectLst/>
                <a:latin typeface="Fira Code Retina" pitchFamily="1" charset="0"/>
              </a:rPr>
              <a:t> (blue channel std), </a:t>
            </a:r>
            <a:r>
              <a:rPr lang="en-US" b="0" dirty="0" err="1">
                <a:solidFill>
                  <a:srgbClr val="C6DD88"/>
                </a:solidFill>
                <a:effectLst/>
                <a:latin typeface="Fira Code Retina" pitchFamily="1" charset="0"/>
              </a:rPr>
              <a:t>glcm_correlation</a:t>
            </a:r>
            <a:r>
              <a:rPr lang="en-US" b="0" dirty="0">
                <a:solidFill>
                  <a:srgbClr val="C6DD88"/>
                </a:solidFill>
                <a:effectLst/>
                <a:latin typeface="Fira Code Retina" pitchFamily="1" charset="0"/>
              </a:rPr>
              <a:t>,</a:t>
            </a:r>
            <a:r>
              <a:rPr lang="en-US" b="0" dirty="0">
                <a:solidFill>
                  <a:srgbClr val="C7D0D9"/>
                </a:solidFill>
                <a:effectLst/>
                <a:latin typeface="Fira Code Retina" pitchFamily="1" charset="0"/>
              </a:rPr>
              <a:t> </a:t>
            </a:r>
            <a:r>
              <a:rPr lang="en-US" b="0" dirty="0" err="1">
                <a:solidFill>
                  <a:srgbClr val="C6DD88"/>
                </a:solidFill>
                <a:effectLst/>
                <a:latin typeface="Fira Code Retina" pitchFamily="1" charset="0"/>
              </a:rPr>
              <a:t>sstd</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asymmetry_h</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blue_white_ratio</a:t>
            </a:r>
            <a:endParaRPr lang="en-US" b="0" dirty="0">
              <a:solidFill>
                <a:srgbClr val="C7D0D9"/>
              </a:solidFill>
              <a:effectLst/>
              <a:latin typeface="Fira Code Retina" pitchFamily="1" charset="0"/>
            </a:endParaRPr>
          </a:p>
          <a:p>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39056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84844C2-26A1-41D3-BBF8-416169C5B579}" type="slidenum">
              <a:rPr lang="en-US" smtClean="0"/>
              <a:t>3</a:t>
            </a:fld>
            <a:endParaRPr lang="en-US"/>
          </a:p>
        </p:txBody>
      </p:sp>
    </p:spTree>
    <p:extLst>
      <p:ext uri="{BB962C8B-B14F-4D97-AF65-F5344CB8AC3E}">
        <p14:creationId xmlns:p14="http://schemas.microsoft.com/office/powerpoint/2010/main" val="1132411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6DD88"/>
                </a:solidFill>
                <a:effectLst/>
                <a:latin typeface="Fira Code Retina" pitchFamily="1" charset="0"/>
              </a:rPr>
              <a:t>Top Features: age, </a:t>
            </a:r>
            <a:r>
              <a:rPr lang="en-US" b="0" dirty="0" err="1">
                <a:solidFill>
                  <a:srgbClr val="C6DD88"/>
                </a:solidFill>
                <a:effectLst/>
                <a:latin typeface="Fira Code Retina" pitchFamily="1" charset="0"/>
              </a:rPr>
              <a:t>bstd</a:t>
            </a:r>
            <a:r>
              <a:rPr lang="en-US" b="0" dirty="0">
                <a:solidFill>
                  <a:srgbClr val="C6DD88"/>
                </a:solidFill>
                <a:effectLst/>
                <a:latin typeface="Fira Code Retina" pitchFamily="1" charset="0"/>
              </a:rPr>
              <a:t> (blue channel std), </a:t>
            </a:r>
            <a:r>
              <a:rPr lang="en-US" b="0" dirty="0" err="1">
                <a:solidFill>
                  <a:srgbClr val="C6DD88"/>
                </a:solidFill>
                <a:effectLst/>
                <a:latin typeface="Fira Code Retina" pitchFamily="1" charset="0"/>
              </a:rPr>
              <a:t>glcm_correlation</a:t>
            </a:r>
            <a:r>
              <a:rPr lang="en-US" b="0" dirty="0">
                <a:solidFill>
                  <a:srgbClr val="C6DD88"/>
                </a:solidFill>
                <a:effectLst/>
                <a:latin typeface="Fira Code Retina" pitchFamily="1" charset="0"/>
              </a:rPr>
              <a:t>,</a:t>
            </a:r>
            <a:r>
              <a:rPr lang="en-US" b="0" dirty="0">
                <a:solidFill>
                  <a:srgbClr val="C7D0D9"/>
                </a:solidFill>
                <a:effectLst/>
                <a:latin typeface="Fira Code Retina" pitchFamily="1" charset="0"/>
              </a:rPr>
              <a:t> </a:t>
            </a:r>
            <a:r>
              <a:rPr lang="en-US" b="0" dirty="0" err="1">
                <a:solidFill>
                  <a:srgbClr val="C6DD88"/>
                </a:solidFill>
                <a:effectLst/>
                <a:latin typeface="Fira Code Retina" pitchFamily="1" charset="0"/>
              </a:rPr>
              <a:t>sstd</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asymmetry_h</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blue_white_ratio</a:t>
            </a:r>
            <a:endParaRPr lang="en-US" b="0" dirty="0">
              <a:solidFill>
                <a:srgbClr val="C7D0D9"/>
              </a:solidFill>
              <a:effectLst/>
              <a:latin typeface="Fira Code Retina" pitchFamily="1" charset="0"/>
            </a:endParaRPr>
          </a:p>
          <a:p>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89076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84844C2-26A1-41D3-BBF8-416169C5B579}" type="slidenum">
              <a:rPr lang="en-US" smtClean="0"/>
              <a:t>5</a:t>
            </a:fld>
            <a:endParaRPr lang="en-US"/>
          </a:p>
        </p:txBody>
      </p:sp>
    </p:spTree>
    <p:extLst>
      <p:ext uri="{BB962C8B-B14F-4D97-AF65-F5344CB8AC3E}">
        <p14:creationId xmlns:p14="http://schemas.microsoft.com/office/powerpoint/2010/main" val="2831918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6DD88"/>
                </a:solidFill>
                <a:effectLst/>
                <a:latin typeface="Fira Code Retina" pitchFamily="1" charset="0"/>
              </a:rPr>
              <a:t>Top Features: age, </a:t>
            </a:r>
            <a:r>
              <a:rPr lang="en-US" b="0" dirty="0" err="1">
                <a:solidFill>
                  <a:srgbClr val="C6DD88"/>
                </a:solidFill>
                <a:effectLst/>
                <a:latin typeface="Fira Code Retina" pitchFamily="1" charset="0"/>
              </a:rPr>
              <a:t>bstd</a:t>
            </a:r>
            <a:r>
              <a:rPr lang="en-US" b="0" dirty="0">
                <a:solidFill>
                  <a:srgbClr val="C6DD88"/>
                </a:solidFill>
                <a:effectLst/>
                <a:latin typeface="Fira Code Retina" pitchFamily="1" charset="0"/>
              </a:rPr>
              <a:t> (blue channel std), </a:t>
            </a:r>
            <a:r>
              <a:rPr lang="en-US" b="0" dirty="0" err="1">
                <a:solidFill>
                  <a:srgbClr val="C6DD88"/>
                </a:solidFill>
                <a:effectLst/>
                <a:latin typeface="Fira Code Retina" pitchFamily="1" charset="0"/>
              </a:rPr>
              <a:t>glcm_correlation</a:t>
            </a:r>
            <a:r>
              <a:rPr lang="en-US" b="0" dirty="0">
                <a:solidFill>
                  <a:srgbClr val="C6DD88"/>
                </a:solidFill>
                <a:effectLst/>
                <a:latin typeface="Fira Code Retina" pitchFamily="1" charset="0"/>
              </a:rPr>
              <a:t>,</a:t>
            </a:r>
            <a:r>
              <a:rPr lang="en-US" b="0" dirty="0">
                <a:solidFill>
                  <a:srgbClr val="C7D0D9"/>
                </a:solidFill>
                <a:effectLst/>
                <a:latin typeface="Fira Code Retina" pitchFamily="1" charset="0"/>
              </a:rPr>
              <a:t> </a:t>
            </a:r>
            <a:r>
              <a:rPr lang="en-US" b="0" dirty="0" err="1">
                <a:solidFill>
                  <a:srgbClr val="C6DD88"/>
                </a:solidFill>
                <a:effectLst/>
                <a:latin typeface="Fira Code Retina" pitchFamily="1" charset="0"/>
              </a:rPr>
              <a:t>sstd</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asymmetry_h</a:t>
            </a:r>
            <a:r>
              <a:rPr lang="en-US" b="0" dirty="0">
                <a:solidFill>
                  <a:srgbClr val="C6DD88"/>
                </a:solidFill>
                <a:effectLst/>
                <a:latin typeface="Fira Code Retina" pitchFamily="1" charset="0"/>
              </a:rPr>
              <a:t>, </a:t>
            </a:r>
            <a:r>
              <a:rPr lang="en-US" b="0" dirty="0" err="1">
                <a:solidFill>
                  <a:srgbClr val="C6DD88"/>
                </a:solidFill>
                <a:effectLst/>
                <a:latin typeface="Fira Code Retina" pitchFamily="1" charset="0"/>
              </a:rPr>
              <a:t>blue_white_ratio</a:t>
            </a:r>
            <a:endParaRPr lang="en-US" b="0" dirty="0">
              <a:solidFill>
                <a:srgbClr val="C7D0D9"/>
              </a:solidFill>
              <a:effectLst/>
              <a:latin typeface="Fira Code Retina" pitchFamily="1" charset="0"/>
            </a:endParaRPr>
          </a:p>
          <a:p>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5185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84844C2-26A1-41D3-BBF8-416169C5B579}" type="slidenum">
              <a:rPr lang="en-US" smtClean="0"/>
              <a:t>7</a:t>
            </a:fld>
            <a:endParaRPr lang="en-US"/>
          </a:p>
        </p:txBody>
      </p:sp>
    </p:spTree>
    <p:extLst>
      <p:ext uri="{BB962C8B-B14F-4D97-AF65-F5344CB8AC3E}">
        <p14:creationId xmlns:p14="http://schemas.microsoft.com/office/powerpoint/2010/main" val="16717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1" dirty="0">
                <a:solidFill>
                  <a:srgbClr val="CCD2BE"/>
                </a:solidFill>
                <a:effectLst/>
                <a:latin typeface="Fira Code Retina" pitchFamily="1" charset="0"/>
              </a:rPr>
              <a:t>&gt;</a:t>
            </a:r>
            <a:r>
              <a:rPr lang="vi-VN" b="0" i="1" dirty="0">
                <a:solidFill>
                  <a:srgbClr val="5C6370"/>
                </a:solidFill>
                <a:effectLst/>
                <a:latin typeface="Fira Code Retina" pitchFamily="1" charset="0"/>
              </a:rPr>
              <a:t> </a:t>
            </a:r>
            <a:r>
              <a:rPr lang="vi-VN" b="0" dirty="0">
                <a:solidFill>
                  <a:srgbClr val="C0C0C0"/>
                </a:solidFill>
                <a:effectLst/>
                <a:latin typeface="Fira Code Retina" pitchFamily="1" charset="0"/>
              </a:rPr>
              <a:t>"Nhóm thực hiện error analysis để hiểu rõ mô hình thất bại ở đâu. Phần lớn ca bỏ sót bị nhầm thành </a:t>
            </a:r>
            <a:r>
              <a:rPr lang="vi-VN" b="0" dirty="0">
                <a:solidFill>
                  <a:srgbClr val="AF8C67"/>
                </a:solidFill>
                <a:effectLst/>
                <a:latin typeface="Fira Code Retina" pitchFamily="1" charset="0"/>
              </a:rPr>
              <a:t>**</a:t>
            </a:r>
            <a:r>
              <a:rPr lang="vi-VN" b="1" dirty="0">
                <a:solidFill>
                  <a:srgbClr val="CDA479"/>
                </a:solidFill>
                <a:effectLst/>
                <a:latin typeface="Fira Code Retina" pitchFamily="1" charset="0"/>
              </a:rPr>
              <a:t>nevus</a:t>
            </a:r>
            <a:r>
              <a:rPr lang="vi-VN" b="0" dirty="0">
                <a:solidFill>
                  <a:srgbClr val="AF8C67"/>
                </a:solidFill>
                <a:effectLst/>
                <a:latin typeface="Fira Code Retina" pitchFamily="1" charset="0"/>
              </a:rPr>
              <a:t>**</a:t>
            </a:r>
            <a:r>
              <a:rPr lang="vi-VN" b="0" dirty="0">
                <a:solidFill>
                  <a:srgbClr val="C0C0C0"/>
                </a:solidFill>
                <a:effectLst/>
                <a:latin typeface="Fira Code Retina" pitchFamily="1" charset="0"/>
              </a:rPr>
              <a:t> – đây là rủi ro lâm sàng cao nhất vì nevus là lành tính.</a:t>
            </a:r>
            <a:endParaRPr lang="vi-VN" b="0" dirty="0">
              <a:solidFill>
                <a:srgbClr val="C7D0D9"/>
              </a:solidFill>
              <a:effectLst/>
              <a:latin typeface="Fira Code Retina" pitchFamily="1" charset="0"/>
            </a:endParaRPr>
          </a:p>
          <a:p>
            <a:endParaRPr lang="vi-VN" b="0" dirty="0">
              <a:solidFill>
                <a:srgbClr val="C7D0D9"/>
              </a:solidFill>
              <a:effectLst/>
              <a:latin typeface="Fira Code Retina" pitchFamily="1" charset="0"/>
            </a:endParaRPr>
          </a:p>
          <a:p>
            <a:r>
              <a:rPr lang="vi-VN" b="0" i="1" dirty="0">
                <a:solidFill>
                  <a:srgbClr val="CCD2BE"/>
                </a:solidFill>
                <a:effectLst/>
                <a:latin typeface="Fira Code Retina" pitchFamily="1" charset="0"/>
              </a:rPr>
              <a:t>&gt;</a:t>
            </a:r>
            <a:r>
              <a:rPr lang="vi-VN" b="0" i="1" dirty="0">
                <a:solidFill>
                  <a:srgbClr val="5C6370"/>
                </a:solidFill>
                <a:effectLst/>
                <a:latin typeface="Fira Code Retina" pitchFamily="1" charset="0"/>
              </a:rPr>
              <a:t> </a:t>
            </a:r>
            <a:r>
              <a:rPr lang="vi-VN" b="0" dirty="0">
                <a:solidFill>
                  <a:srgbClr val="C0C0C0"/>
                </a:solidFill>
                <a:effectLst/>
                <a:latin typeface="Fira Code Retina" pitchFamily="1" charset="0"/>
              </a:rPr>
              <a:t>Một ca tiêu biểu: ISIC0029146 – nam 65 tuổi, tổn thương ở mặt – mô hình 7 lớp chỉ cho xác suất mel là 0.02, nhưng binary model lại cho 0.877. Đây là trường hợp mà </a:t>
            </a:r>
            <a:r>
              <a:rPr lang="vi-VN" b="0" dirty="0">
                <a:solidFill>
                  <a:srgbClr val="AF8C67"/>
                </a:solidFill>
                <a:effectLst/>
                <a:latin typeface="Fira Code Retina" pitchFamily="1" charset="0"/>
              </a:rPr>
              <a:t>**</a:t>
            </a:r>
            <a:r>
              <a:rPr lang="vi-VN" b="1" dirty="0">
                <a:solidFill>
                  <a:srgbClr val="CDA479"/>
                </a:solidFill>
                <a:effectLst/>
                <a:latin typeface="Fira Code Retina" pitchFamily="1" charset="0"/>
              </a:rPr>
              <a:t>pipeline 2 tầng đã cứu được</a:t>
            </a:r>
            <a:r>
              <a:rPr lang="vi-VN" b="0" dirty="0">
                <a:solidFill>
                  <a:srgbClr val="AF8C67"/>
                </a:solidFill>
                <a:effectLst/>
                <a:latin typeface="Fira Code Retina" pitchFamily="1" charset="0"/>
              </a:rPr>
              <a:t>**</a:t>
            </a:r>
            <a:r>
              <a:rPr lang="vi-VN" b="0" dirty="0">
                <a:solidFill>
                  <a:srgbClr val="C0C0C0"/>
                </a:solidFill>
                <a:effectLst/>
                <a:latin typeface="Fira Code Retina" pitchFamily="1" charset="0"/>
              </a:rPr>
              <a:t> ca này.</a:t>
            </a:r>
            <a:endParaRPr lang="vi-VN" b="0" dirty="0">
              <a:solidFill>
                <a:srgbClr val="C7D0D9"/>
              </a:solidFill>
              <a:effectLst/>
              <a:latin typeface="Fira Code Retina" pitchFamily="1" charset="0"/>
            </a:endParaRPr>
          </a:p>
          <a:p>
            <a:endParaRPr lang="vi-VN" b="0" dirty="0">
              <a:solidFill>
                <a:srgbClr val="C7D0D9"/>
              </a:solidFill>
              <a:effectLst/>
              <a:latin typeface="Fira Code Retina" pitchFamily="1" charset="0"/>
            </a:endParaRPr>
          </a:p>
          <a:p>
            <a:r>
              <a:rPr lang="vi-VN" b="0" i="1" dirty="0">
                <a:solidFill>
                  <a:srgbClr val="CCD2BE"/>
                </a:solidFill>
                <a:effectLst/>
                <a:latin typeface="Fira Code Retina" pitchFamily="1" charset="0"/>
              </a:rPr>
              <a:t>&gt;</a:t>
            </a:r>
            <a:r>
              <a:rPr lang="vi-VN" b="0" i="1" dirty="0">
                <a:solidFill>
                  <a:srgbClr val="5C6370"/>
                </a:solidFill>
                <a:effectLst/>
                <a:latin typeface="Fira Code Retina" pitchFamily="1" charset="0"/>
              </a:rPr>
              <a:t> </a:t>
            </a:r>
            <a:r>
              <a:rPr lang="vi-VN" b="0" dirty="0">
                <a:solidFill>
                  <a:srgbClr val="C0C0C0"/>
                </a:solidFill>
                <a:effectLst/>
                <a:latin typeface="Fira Code Retina" pitchFamily="1" charset="0"/>
              </a:rPr>
              <a:t>Nhóm nhấn mạnh: pipeline này được thiết kế như một </a:t>
            </a:r>
            <a:r>
              <a:rPr lang="vi-VN" b="0" dirty="0">
                <a:solidFill>
                  <a:srgbClr val="AF8C67"/>
                </a:solidFill>
                <a:effectLst/>
                <a:latin typeface="Fira Code Retina" pitchFamily="1" charset="0"/>
              </a:rPr>
              <a:t>**</a:t>
            </a:r>
            <a:r>
              <a:rPr lang="vi-VN" b="1" dirty="0">
                <a:solidFill>
                  <a:srgbClr val="CDA479"/>
                </a:solidFill>
                <a:effectLst/>
                <a:latin typeface="Fira Code Retina" pitchFamily="1" charset="0"/>
              </a:rPr>
              <a:t>công cụ hỗ trợ sàng lọc</a:t>
            </a:r>
            <a:r>
              <a:rPr lang="vi-VN" b="0" dirty="0">
                <a:solidFill>
                  <a:srgbClr val="AF8C67"/>
                </a:solidFill>
                <a:effectLst/>
                <a:latin typeface="Fira Code Retina" pitchFamily="1" charset="0"/>
              </a:rPr>
              <a:t>**</a:t>
            </a:r>
            <a:r>
              <a:rPr lang="vi-VN" b="0" dirty="0">
                <a:solidFill>
                  <a:srgbClr val="C0C0C0"/>
                </a:solidFill>
                <a:effectLst/>
                <a:latin typeface="Fira Code Retina" pitchFamily="1" charset="0"/>
              </a:rPr>
              <a:t>, không thay thế bác sĩ. Nó giúp ưu tiên các ca nghi ngờ cao để bác sĩ xem xét trước, giảm tải workload và giảm nguy cơ bỏ sót."</a:t>
            </a:r>
            <a:endParaRPr lang="vi-VN" b="0" dirty="0">
              <a:solidFill>
                <a:srgbClr val="C7D0D9"/>
              </a:solidFill>
              <a:effectLst/>
              <a:latin typeface="Fira Code Retina" pitchFamily="1" charset="0"/>
            </a:endParaRPr>
          </a:p>
          <a:p>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11226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84844C2-26A1-41D3-BBF8-416169C5B579}" type="slidenum">
              <a:rPr lang="en-US" smtClean="0"/>
              <a:t>9</a:t>
            </a:fld>
            <a:endParaRPr lang="en-US"/>
          </a:p>
        </p:txBody>
      </p:sp>
    </p:spTree>
    <p:extLst>
      <p:ext uri="{BB962C8B-B14F-4D97-AF65-F5344CB8AC3E}">
        <p14:creationId xmlns:p14="http://schemas.microsoft.com/office/powerpoint/2010/main" val="3231609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90741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D6D5D4"/>
                </a:solidFill>
                <a:effectLst/>
                <a:latin typeface="pplxSerif"/>
              </a:rPr>
              <a:t>Tóm lại, nhóm đang đi đúng hướng: pipeline đã hoàn chỉnh, đã có kết quả sơ bộ rõ ràng, và bước tiếp theo sẽ tập trung vào tăng độ tin cậy, khả năng giải thích và giá trị ứng dụng thực tế của mô hình.</a:t>
            </a:r>
            <a:endParaRPr lang="vi-VN" dirty="0">
              <a:effectLst/>
              <a:latin typeface="Google Sans Text"/>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54431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1708456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2588347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325971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673928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694300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700525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606425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681781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917753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716777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898501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83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ustom Layou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381000" y="-2057"/>
            <a:ext cx="11501293" cy="565943"/>
          </a:xfrm>
          <a:prstGeom prst="rect">
            <a:avLst/>
          </a:prstGeom>
        </p:spPr>
        <p:txBody>
          <a:bodyPr vert="horz" lIns="91440" tIns="45720" rIns="91440" bIns="45720" rtlCol="0" anchor="ctr">
            <a:noAutofit/>
          </a:bodyPr>
          <a:lstStyle>
            <a:lvl1pPr algn="l">
              <a:defRPr sz="3400" b="1">
                <a:solidFill>
                  <a:schemeClr val="tx2"/>
                </a:solidFill>
              </a:defRPr>
            </a:lvl1pPr>
          </a:lstStyle>
          <a:p>
            <a:r>
              <a:rPr lang="en-US" dirty="0"/>
              <a:t>Click To Edit Master Title Style</a:t>
            </a:r>
          </a:p>
        </p:txBody>
      </p:sp>
      <p:sp>
        <p:nvSpPr>
          <p:cNvPr id="6" name="Content Placeholder 2"/>
          <p:cNvSpPr>
            <a:spLocks noGrp="1"/>
          </p:cNvSpPr>
          <p:nvPr>
            <p:ph sz="half" idx="11" hasCustomPrompt="1"/>
          </p:nvPr>
        </p:nvSpPr>
        <p:spPr>
          <a:xfrm>
            <a:off x="152400" y="872844"/>
            <a:ext cx="11882291" cy="5605424"/>
          </a:xfrm>
          <a:prstGeom prst="rect">
            <a:avLst/>
          </a:prstGeom>
        </p:spPr>
        <p:txBody>
          <a:bodyPr/>
          <a:lstStyle>
            <a:lvl1pPr marL="191990" indent="-191990">
              <a:lnSpc>
                <a:spcPct val="100000"/>
              </a:lnSpc>
              <a:spcBef>
                <a:spcPts val="0"/>
              </a:spcBef>
              <a:spcAft>
                <a:spcPts val="400"/>
              </a:spcAft>
              <a:buFont typeface="Arial" charset="0"/>
              <a:buChar char="•"/>
              <a:defRPr sz="3200" b="0">
                <a:solidFill>
                  <a:srgbClr val="002060"/>
                </a:solidFill>
              </a:defRPr>
            </a:lvl1pPr>
            <a:lvl2pPr marL="383981" indent="-191990">
              <a:lnSpc>
                <a:spcPct val="100000"/>
              </a:lnSpc>
              <a:spcBef>
                <a:spcPts val="0"/>
              </a:spcBef>
              <a:spcAft>
                <a:spcPts val="400"/>
              </a:spcAft>
              <a:buFont typeface="Wingdings" panose="05000000000000000000" pitchFamily="2" charset="2"/>
              <a:buChar char="§"/>
              <a:defRPr sz="3000">
                <a:solidFill>
                  <a:srgbClr val="002060"/>
                </a:solidFill>
              </a:defRPr>
            </a:lvl2pPr>
            <a:lvl3pPr marL="575972" indent="-191990">
              <a:lnSpc>
                <a:spcPct val="100000"/>
              </a:lnSpc>
              <a:spcBef>
                <a:spcPts val="0"/>
              </a:spcBef>
              <a:spcAft>
                <a:spcPts val="400"/>
              </a:spcAft>
              <a:buFont typeface="Courier New" panose="02070309020205020404" pitchFamily="49" charset="0"/>
              <a:buChar char="o"/>
              <a:defRPr sz="2800">
                <a:solidFill>
                  <a:srgbClr val="002060"/>
                </a:solidFill>
              </a:defRPr>
            </a:lvl3pPr>
            <a:lvl4pPr marL="767962" indent="-191990">
              <a:lnSpc>
                <a:spcPct val="100000"/>
              </a:lnSpc>
              <a:spcBef>
                <a:spcPts val="0"/>
              </a:spcBef>
              <a:spcAft>
                <a:spcPts val="400"/>
              </a:spcAft>
              <a:defRPr sz="2800">
                <a:solidFill>
                  <a:srgbClr val="002060"/>
                </a:solidFill>
              </a:defRPr>
            </a:lvl4pPr>
            <a:lvl5pPr marL="959952" indent="-191990">
              <a:lnSpc>
                <a:spcPct val="100000"/>
              </a:lnSpc>
              <a:spcBef>
                <a:spcPts val="0"/>
              </a:spcBef>
              <a:spcAft>
                <a:spcPts val="400"/>
              </a:spcAft>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1AEC3041-6E55-37CA-87C0-223BE4E07F8D}"/>
              </a:ext>
            </a:extLst>
          </p:cNvPr>
          <p:cNvCxnSpPr/>
          <p:nvPr userDrawn="1"/>
        </p:nvCxnSpPr>
        <p:spPr>
          <a:xfrm>
            <a:off x="502920" y="660400"/>
            <a:ext cx="2468880" cy="0"/>
          </a:xfrm>
          <a:prstGeom prst="line">
            <a:avLst/>
          </a:prstGeom>
          <a:ln w="4762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119EB-73EB-D9A3-3535-0C04C8660027}"/>
              </a:ext>
            </a:extLst>
          </p:cNvPr>
          <p:cNvCxnSpPr/>
          <p:nvPr userDrawn="1"/>
        </p:nvCxnSpPr>
        <p:spPr>
          <a:xfrm>
            <a:off x="493395" y="685800"/>
            <a:ext cx="2468880" cy="0"/>
          </a:xfrm>
          <a:prstGeom prst="line">
            <a:avLst/>
          </a:prstGeom>
          <a:ln w="476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Rectangle 7">
            <a:extLst>
              <a:ext uri="{FF2B5EF4-FFF2-40B4-BE49-F238E27FC236}">
                <a16:creationId xmlns:a16="http://schemas.microsoft.com/office/drawing/2014/main" id="{2D9F6FCD-BCB8-7F86-2A2A-B1DC42B4A2E7}"/>
              </a:ext>
            </a:extLst>
          </p:cNvPr>
          <p:cNvSpPr>
            <a:spLocks noChangeArrowheads="1"/>
          </p:cNvSpPr>
          <p:nvPr userDrawn="1"/>
        </p:nvSpPr>
        <p:spPr bwMode="gray">
          <a:xfrm>
            <a:off x="-2456" y="6477005"/>
            <a:ext cx="12192000" cy="9144"/>
          </a:xfrm>
          <a:prstGeom prst="rect">
            <a:avLst/>
          </a:prstGeom>
          <a:gradFill rotWithShape="1">
            <a:gsLst>
              <a:gs pos="0">
                <a:srgbClr val="766000"/>
              </a:gs>
              <a:gs pos="100000">
                <a:srgbClr val="FFDE53"/>
              </a:gs>
            </a:gsLst>
            <a:lin ang="0" scaled="1"/>
          </a:gradFill>
          <a:ln w="3175">
            <a:solidFill>
              <a:srgbClr val="FFDE53"/>
            </a:solidFill>
            <a:miter lim="800000"/>
            <a:headEnd/>
            <a:tailEnd/>
          </a:ln>
        </p:spPr>
        <p:txBody>
          <a:bodyPr wrap="none" anchor="ctr"/>
          <a:lstStyle>
            <a:lvl1pPr eaLnBrk="0" hangingPunct="0">
              <a:defRPr sz="2000">
                <a:solidFill>
                  <a:schemeClr val="tx1"/>
                </a:solidFill>
                <a:latin typeface="Times New Roman" pitchFamily="18" charset="0"/>
                <a:ea typeface="MS PGothic" pitchFamily="34" charset="-128"/>
              </a:defRPr>
            </a:lvl1pPr>
            <a:lvl2pPr marL="742950" indent="-285750" eaLnBrk="0" hangingPunct="0">
              <a:defRPr sz="2000">
                <a:solidFill>
                  <a:schemeClr val="tx1"/>
                </a:solidFill>
                <a:latin typeface="Times New Roman" pitchFamily="18" charset="0"/>
                <a:ea typeface="MS PGothic" pitchFamily="34" charset="-128"/>
              </a:defRPr>
            </a:lvl2pPr>
            <a:lvl3pPr marL="1143000" indent="-228600" eaLnBrk="0" hangingPunct="0">
              <a:defRPr sz="2000">
                <a:solidFill>
                  <a:schemeClr val="tx1"/>
                </a:solidFill>
                <a:latin typeface="Times New Roman" pitchFamily="18" charset="0"/>
                <a:ea typeface="MS PGothic" pitchFamily="34" charset="-128"/>
              </a:defRPr>
            </a:lvl3pPr>
            <a:lvl4pPr marL="1600200" indent="-228600" eaLnBrk="0" hangingPunct="0">
              <a:defRPr sz="2000">
                <a:solidFill>
                  <a:schemeClr val="tx1"/>
                </a:solidFill>
                <a:latin typeface="Times New Roman" pitchFamily="18" charset="0"/>
                <a:ea typeface="MS PGothic" pitchFamily="34" charset="-128"/>
              </a:defRPr>
            </a:lvl4pPr>
            <a:lvl5pPr marL="2057400" indent="-228600" eaLnBrk="0" hangingPunct="0">
              <a:defRPr sz="20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0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0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0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000">
                <a:solidFill>
                  <a:schemeClr val="tx1"/>
                </a:solidFill>
                <a:latin typeface="Times New Roman" pitchFamily="18" charset="0"/>
                <a:ea typeface="MS PGothic" pitchFamily="34" charset="-128"/>
              </a:defRPr>
            </a:lvl9pPr>
          </a:lstStyle>
          <a:p>
            <a:pPr eaLnBrk="1" hangingPunct="1">
              <a:defRPr/>
            </a:pPr>
            <a:endParaRPr kumimoji="1" lang="ko-KR" altLang="en-US" sz="2400">
              <a:latin typeface="Tahoma" pitchFamily="34" charset="0"/>
              <a:ea typeface="굴림" charset="-127"/>
            </a:endParaRPr>
          </a:p>
        </p:txBody>
      </p:sp>
      <p:sp>
        <p:nvSpPr>
          <p:cNvPr id="8" name="TextBox 7">
            <a:extLst>
              <a:ext uri="{FF2B5EF4-FFF2-40B4-BE49-F238E27FC236}">
                <a16:creationId xmlns:a16="http://schemas.microsoft.com/office/drawing/2014/main" id="{0EE22B70-3383-6138-EEAC-349C85A58806}"/>
              </a:ext>
            </a:extLst>
          </p:cNvPr>
          <p:cNvSpPr txBox="1"/>
          <p:nvPr userDrawn="1"/>
        </p:nvSpPr>
        <p:spPr>
          <a:xfrm>
            <a:off x="1086843" y="6739492"/>
            <a:ext cx="3755627" cy="107722"/>
          </a:xfrm>
          <a:prstGeom prst="rect">
            <a:avLst/>
          </a:prstGeom>
          <a:noFill/>
        </p:spPr>
        <p:txBody>
          <a:bodyPr wrap="square" lIns="0" tIns="0" rIns="0" bIns="0">
            <a:spAutoFit/>
          </a:bodyPr>
          <a:lstStyle/>
          <a:p>
            <a:r>
              <a:rPr lang="en-US" sz="700" dirty="0">
                <a:solidFill>
                  <a:schemeClr val="accent1">
                    <a:lumMod val="75000"/>
                  </a:schemeClr>
                </a:solidFill>
              </a:rPr>
              <a:t>Computer Vision &amp; Smart Systems Laboratory</a:t>
            </a:r>
          </a:p>
        </p:txBody>
      </p:sp>
      <p:pic>
        <p:nvPicPr>
          <p:cNvPr id="11" name="Picture 10">
            <a:extLst>
              <a:ext uri="{FF2B5EF4-FFF2-40B4-BE49-F238E27FC236}">
                <a16:creationId xmlns:a16="http://schemas.microsoft.com/office/drawing/2014/main" id="{15FFB4D1-1D14-73FE-D952-2F2A57FA749E}"/>
              </a:ext>
            </a:extLst>
          </p:cNvPr>
          <p:cNvPicPr>
            <a:picLocks noChangeAspect="1"/>
          </p:cNvPicPr>
          <p:nvPr userDrawn="1"/>
        </p:nvPicPr>
        <p:blipFill>
          <a:blip r:embed="rId2"/>
          <a:stretch>
            <a:fillRect/>
          </a:stretch>
        </p:blipFill>
        <p:spPr>
          <a:xfrm>
            <a:off x="15877" y="6534969"/>
            <a:ext cx="1045001" cy="307747"/>
          </a:xfrm>
          <a:prstGeom prst="rect">
            <a:avLst/>
          </a:prstGeom>
        </p:spPr>
      </p:pic>
      <p:pic>
        <p:nvPicPr>
          <p:cNvPr id="12" name="Picture 11">
            <a:extLst>
              <a:ext uri="{FF2B5EF4-FFF2-40B4-BE49-F238E27FC236}">
                <a16:creationId xmlns:a16="http://schemas.microsoft.com/office/drawing/2014/main" id="{8795131B-5DB8-B596-AEFC-3190F63B8B7F}"/>
              </a:ext>
            </a:extLst>
          </p:cNvPr>
          <p:cNvPicPr>
            <a:picLocks noChangeAspect="1"/>
          </p:cNvPicPr>
          <p:nvPr userDrawn="1"/>
        </p:nvPicPr>
        <p:blipFill>
          <a:blip r:embed="rId3"/>
          <a:stretch>
            <a:fillRect/>
          </a:stretch>
        </p:blipFill>
        <p:spPr>
          <a:xfrm>
            <a:off x="26474" y="101176"/>
            <a:ext cx="292759" cy="359475"/>
          </a:xfrm>
          <a:prstGeom prst="rect">
            <a:avLst/>
          </a:prstGeom>
        </p:spPr>
      </p:pic>
    </p:spTree>
    <p:extLst>
      <p:ext uri="{BB962C8B-B14F-4D97-AF65-F5344CB8AC3E}">
        <p14:creationId xmlns:p14="http://schemas.microsoft.com/office/powerpoint/2010/main" val="307265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019940406"/>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00E-7754-4634-6DF6-4A0C238F7FB5}"/>
              </a:ext>
            </a:extLst>
          </p:cNvPr>
          <p:cNvSpPr>
            <a:spLocks noGrp="1"/>
          </p:cNvSpPr>
          <p:nvPr>
            <p:ph type="title"/>
          </p:nvPr>
        </p:nvSpPr>
        <p:spPr>
          <a:xfrm>
            <a:off x="419706" y="96761"/>
            <a:ext cx="11501293" cy="565943"/>
          </a:xfrm>
        </p:spPr>
        <p:txBody>
          <a:bodyPr/>
          <a:lstStyle/>
          <a:p>
            <a:pPr>
              <a:lnSpc>
                <a:spcPts val="4320"/>
              </a:lnSpc>
            </a:pPr>
            <a:r>
              <a:rPr lang="en-US" sz="3600" dirty="0">
                <a:solidFill>
                  <a:schemeClr val="accent5">
                    <a:lumMod val="75000"/>
                  </a:schemeClr>
                </a:solidFill>
                <a:latin typeface="Arial" pitchFamily="34" charset="0"/>
                <a:cs typeface="Arial" pitchFamily="34" charset="-120"/>
              </a:rPr>
              <a:t>Contents</a:t>
            </a:r>
          </a:p>
        </p:txBody>
      </p:sp>
      <p:sp>
        <p:nvSpPr>
          <p:cNvPr id="3" name="Content Placeholder 2">
            <a:extLst>
              <a:ext uri="{FF2B5EF4-FFF2-40B4-BE49-F238E27FC236}">
                <a16:creationId xmlns:a16="http://schemas.microsoft.com/office/drawing/2014/main" id="{53A99EC1-56FA-9035-D9FE-A57BE83319B0}"/>
              </a:ext>
            </a:extLst>
          </p:cNvPr>
          <p:cNvSpPr>
            <a:spLocks noGrp="1"/>
          </p:cNvSpPr>
          <p:nvPr>
            <p:ph sz="half" idx="11"/>
          </p:nvPr>
        </p:nvSpPr>
        <p:spPr/>
        <p:txBody>
          <a:bodyPr>
            <a:normAutofit/>
          </a:bodyPr>
          <a:lstStyle/>
          <a:p>
            <a:pPr marL="742950" indent="-742950">
              <a:lnSpc>
                <a:spcPct val="150000"/>
              </a:lnSpc>
              <a:spcAft>
                <a:spcPts val="0"/>
              </a:spcAft>
              <a:buAutoNum type="arabicPeriod"/>
            </a:pPr>
            <a:r>
              <a:rPr lang="en-US" sz="2400" dirty="0">
                <a:latin typeface="Arial (Body)"/>
              </a:rPr>
              <a:t>Title</a:t>
            </a:r>
          </a:p>
          <a:p>
            <a:pPr marL="742950" indent="-742950">
              <a:lnSpc>
                <a:spcPct val="150000"/>
              </a:lnSpc>
              <a:spcAft>
                <a:spcPts val="0"/>
              </a:spcAft>
              <a:buAutoNum type="arabicPeriod"/>
            </a:pPr>
            <a:r>
              <a:rPr lang="en-US" sz="2400" dirty="0">
                <a:latin typeface="Arial (Body)"/>
              </a:rPr>
              <a:t>Motivation</a:t>
            </a:r>
          </a:p>
          <a:p>
            <a:pPr marL="742950" indent="-742950">
              <a:lnSpc>
                <a:spcPct val="150000"/>
              </a:lnSpc>
              <a:spcAft>
                <a:spcPts val="0"/>
              </a:spcAft>
              <a:buAutoNum type="arabicPeriod"/>
            </a:pPr>
            <a:r>
              <a:rPr lang="en-US" sz="2400" dirty="0">
                <a:latin typeface="Arial (Body)"/>
              </a:rPr>
              <a:t>Dataset</a:t>
            </a:r>
          </a:p>
          <a:p>
            <a:pPr marL="742950" indent="-742950">
              <a:lnSpc>
                <a:spcPct val="150000"/>
              </a:lnSpc>
              <a:spcAft>
                <a:spcPts val="0"/>
              </a:spcAft>
              <a:buAutoNum type="arabicPeriod"/>
            </a:pPr>
            <a:r>
              <a:rPr lang="en-US" sz="2400" dirty="0">
                <a:latin typeface="Arial (Body)"/>
              </a:rPr>
              <a:t>Statistical Analysis</a:t>
            </a:r>
          </a:p>
          <a:p>
            <a:pPr marL="742950" indent="-742950">
              <a:lnSpc>
                <a:spcPct val="150000"/>
              </a:lnSpc>
              <a:spcAft>
                <a:spcPts val="0"/>
              </a:spcAft>
              <a:buAutoNum type="arabicPeriod"/>
            </a:pPr>
            <a:r>
              <a:rPr lang="en-US" sz="2400" dirty="0">
                <a:latin typeface="Arial (Body)"/>
              </a:rPr>
              <a:t>Feature Engineering</a:t>
            </a:r>
          </a:p>
          <a:p>
            <a:pPr marL="742950" indent="-742950">
              <a:lnSpc>
                <a:spcPct val="150000"/>
              </a:lnSpc>
              <a:spcAft>
                <a:spcPts val="0"/>
              </a:spcAft>
              <a:buAutoNum type="arabicPeriod"/>
            </a:pPr>
            <a:r>
              <a:rPr lang="en-US" sz="2400" b="1" dirty="0">
                <a:solidFill>
                  <a:srgbClr val="00B050"/>
                </a:solidFill>
                <a:latin typeface="Arial (Body)"/>
              </a:rPr>
              <a:t>Model Comparison</a:t>
            </a:r>
          </a:p>
          <a:p>
            <a:pPr marL="742950" indent="-742950">
              <a:lnSpc>
                <a:spcPct val="150000"/>
              </a:lnSpc>
              <a:spcAft>
                <a:spcPts val="0"/>
              </a:spcAft>
              <a:buAutoNum type="arabicPeriod"/>
            </a:pPr>
            <a:r>
              <a:rPr lang="en-US" sz="2400" dirty="0">
                <a:latin typeface="Arial (Body)"/>
              </a:rPr>
              <a:t>The Melanoma Problem + Solution </a:t>
            </a:r>
          </a:p>
          <a:p>
            <a:pPr marL="742950" indent="-742950">
              <a:lnSpc>
                <a:spcPct val="150000"/>
              </a:lnSpc>
              <a:spcAft>
                <a:spcPts val="0"/>
              </a:spcAft>
              <a:buAutoNum type="arabicPeriod"/>
            </a:pPr>
            <a:r>
              <a:rPr lang="en-US" sz="2400" dirty="0">
                <a:latin typeface="Arial (Body)"/>
              </a:rPr>
              <a:t>Results</a:t>
            </a:r>
          </a:p>
          <a:p>
            <a:pPr marL="742950" indent="-742950">
              <a:lnSpc>
                <a:spcPct val="150000"/>
              </a:lnSpc>
              <a:spcAft>
                <a:spcPts val="0"/>
              </a:spcAft>
              <a:buAutoNum type="arabicPeriod"/>
            </a:pPr>
            <a:r>
              <a:rPr lang="en-US" sz="2400" dirty="0">
                <a:latin typeface="Arial (Body)"/>
              </a:rPr>
              <a:t>Error Analysis &amp; Clinical Context</a:t>
            </a:r>
          </a:p>
          <a:p>
            <a:pPr marL="742950" indent="-742950">
              <a:lnSpc>
                <a:spcPct val="150000"/>
              </a:lnSpc>
              <a:spcAft>
                <a:spcPts val="0"/>
              </a:spcAft>
              <a:buAutoNum type="arabicPeriod"/>
            </a:pPr>
            <a:r>
              <a:rPr lang="en-US" sz="2400" dirty="0">
                <a:latin typeface="Arial (Body)"/>
              </a:rPr>
              <a:t>Conclusion &amp; Future Work</a:t>
            </a:r>
            <a:endParaRPr lang="vi-VN" sz="2400" dirty="0">
              <a:latin typeface="Arial (Body)"/>
            </a:endParaRPr>
          </a:p>
        </p:txBody>
      </p:sp>
    </p:spTree>
    <p:extLst>
      <p:ext uri="{BB962C8B-B14F-4D97-AF65-F5344CB8AC3E}">
        <p14:creationId xmlns:p14="http://schemas.microsoft.com/office/powerpoint/2010/main" val="370097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029" y="-95207"/>
            <a:ext cx="2601555" cy="607272"/>
          </a:xfrm>
          <a:prstGeom prst="rect">
            <a:avLst/>
          </a:prstGeom>
          <a:noFill/>
          <a:ln/>
        </p:spPr>
        <p:txBody>
          <a:bodyPr wrap="square" lIns="0" tIns="0" rIns="0" bIns="0" rtlCol="0" anchor="t"/>
          <a:lstStyle/>
          <a:p>
            <a:pPr algn="just">
              <a:lnSpc>
                <a:spcPts val="4320"/>
              </a:lnSpc>
            </a:pPr>
            <a:r>
              <a:rPr lang="en-US" sz="2000" b="1" dirty="0">
                <a:solidFill>
                  <a:schemeClr val="accent1">
                    <a:lumMod val="50000"/>
                  </a:schemeClr>
                </a:solidFill>
                <a:latin typeface="Arial" pitchFamily="34" charset="0"/>
                <a:cs typeface="Arial" pitchFamily="34" charset="-120"/>
              </a:rPr>
              <a:t>6. Model </a:t>
            </a:r>
            <a:r>
              <a:rPr lang="en-US" sz="2000" b="1" dirty="0" err="1">
                <a:solidFill>
                  <a:schemeClr val="accent1">
                    <a:lumMod val="50000"/>
                  </a:schemeClr>
                </a:solidFill>
                <a:latin typeface="Arial" pitchFamily="34" charset="0"/>
                <a:cs typeface="Arial" pitchFamily="34" charset="-120"/>
              </a:rPr>
              <a:t>Comparion</a:t>
            </a:r>
            <a:endParaRPr lang="en-US" sz="2000" b="1" dirty="0">
              <a:solidFill>
                <a:schemeClr val="accent1">
                  <a:lumMod val="50000"/>
                </a:schemeClr>
              </a:solidFill>
              <a:latin typeface="Arial" pitchFamily="34" charset="0"/>
              <a:cs typeface="Arial" pitchFamily="34" charset="-120"/>
            </a:endParaRPr>
          </a:p>
        </p:txBody>
      </p:sp>
      <p:grpSp>
        <p:nvGrpSpPr>
          <p:cNvPr id="3" name="Group 2">
            <a:extLst>
              <a:ext uri="{FF2B5EF4-FFF2-40B4-BE49-F238E27FC236}">
                <a16:creationId xmlns:a16="http://schemas.microsoft.com/office/drawing/2014/main" id="{5F2B1F81-FF61-4DFA-8B1A-DD785A663E32}"/>
              </a:ext>
            </a:extLst>
          </p:cNvPr>
          <p:cNvGrpSpPr/>
          <p:nvPr/>
        </p:nvGrpSpPr>
        <p:grpSpPr>
          <a:xfrm>
            <a:off x="451817" y="365761"/>
            <a:ext cx="9780314" cy="617137"/>
            <a:chOff x="451817" y="365761"/>
            <a:chExt cx="9780314" cy="617137"/>
          </a:xfrm>
        </p:grpSpPr>
        <p:cxnSp>
          <p:nvCxnSpPr>
            <p:cNvPr id="4" name="Straight Connector 3">
              <a:extLst>
                <a:ext uri="{FF2B5EF4-FFF2-40B4-BE49-F238E27FC236}">
                  <a16:creationId xmlns:a16="http://schemas.microsoft.com/office/drawing/2014/main" id="{9C92E765-C18C-EB10-1758-D7FE55C27B9D}"/>
                </a:ext>
              </a:extLst>
            </p:cNvPr>
            <p:cNvCxnSpPr>
              <a:cxnSpLocks/>
            </p:cNvCxnSpPr>
            <p:nvPr/>
          </p:nvCxnSpPr>
          <p:spPr>
            <a:xfrm>
              <a:off x="856323" y="982898"/>
              <a:ext cx="3529914"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F8C1F12C-7699-4ECA-8660-FC44E6951013}"/>
                </a:ext>
              </a:extLst>
            </p:cNvPr>
            <p:cNvSpPr/>
            <p:nvPr/>
          </p:nvSpPr>
          <p:spPr>
            <a:xfrm>
              <a:off x="451817" y="365761"/>
              <a:ext cx="9780314" cy="588984"/>
            </a:xfrm>
            <a:prstGeom prst="rect">
              <a:avLst/>
            </a:prstGeom>
            <a:noFill/>
            <a:ln/>
          </p:spPr>
          <p:txBody>
            <a:bodyPr wrap="square" lIns="0" tIns="0" rIns="0" bIns="0" rtlCol="0" anchor="t"/>
            <a:lstStyle/>
            <a:p>
              <a:pPr algn="just">
                <a:lnSpc>
                  <a:spcPts val="4320"/>
                </a:lnSpc>
              </a:pPr>
              <a:r>
                <a:rPr lang="en-US" sz="2800" b="1" dirty="0">
                  <a:solidFill>
                    <a:schemeClr val="accent5">
                      <a:lumMod val="75000"/>
                    </a:schemeClr>
                  </a:solidFill>
                  <a:latin typeface="Arial" pitchFamily="34" charset="0"/>
                  <a:cs typeface="Arial" pitchFamily="34" charset="-120"/>
                </a:rPr>
                <a:t>Model Comparison (Combined 50 Features + SMOTE)</a:t>
              </a:r>
            </a:p>
          </p:txBody>
        </p:sp>
      </p:grpSp>
      <p:graphicFrame>
        <p:nvGraphicFramePr>
          <p:cNvPr id="6" name="Table 6">
            <a:extLst>
              <a:ext uri="{FF2B5EF4-FFF2-40B4-BE49-F238E27FC236}">
                <a16:creationId xmlns:a16="http://schemas.microsoft.com/office/drawing/2014/main" id="{1368035A-7638-4D74-A9C1-BDE5B2C64B0E}"/>
              </a:ext>
            </a:extLst>
          </p:cNvPr>
          <p:cNvGraphicFramePr>
            <a:graphicFrameLocks noGrp="1"/>
          </p:cNvGraphicFramePr>
          <p:nvPr>
            <p:extLst>
              <p:ext uri="{D42A27DB-BD31-4B8C-83A1-F6EECF244321}">
                <p14:modId xmlns:p14="http://schemas.microsoft.com/office/powerpoint/2010/main" val="877629382"/>
              </p:ext>
            </p:extLst>
          </p:nvPr>
        </p:nvGraphicFramePr>
        <p:xfrm>
          <a:off x="3904849" y="1209712"/>
          <a:ext cx="8189615" cy="4817874"/>
        </p:xfrm>
        <a:graphic>
          <a:graphicData uri="http://schemas.openxmlformats.org/drawingml/2006/table">
            <a:tbl>
              <a:tblPr firstRow="1" bandRow="1">
                <a:tableStyleId>{5C22544A-7EE6-4342-B048-85BDC9FD1C3A}</a:tableStyleId>
              </a:tblPr>
              <a:tblGrid>
                <a:gridCol w="1617174">
                  <a:extLst>
                    <a:ext uri="{9D8B030D-6E8A-4147-A177-3AD203B41FA5}">
                      <a16:colId xmlns:a16="http://schemas.microsoft.com/office/drawing/2014/main" val="1122449799"/>
                    </a:ext>
                  </a:extLst>
                </a:gridCol>
                <a:gridCol w="1625600">
                  <a:extLst>
                    <a:ext uri="{9D8B030D-6E8A-4147-A177-3AD203B41FA5}">
                      <a16:colId xmlns:a16="http://schemas.microsoft.com/office/drawing/2014/main" val="964198070"/>
                    </a:ext>
                  </a:extLst>
                </a:gridCol>
                <a:gridCol w="1625600">
                  <a:extLst>
                    <a:ext uri="{9D8B030D-6E8A-4147-A177-3AD203B41FA5}">
                      <a16:colId xmlns:a16="http://schemas.microsoft.com/office/drawing/2014/main" val="3223239740"/>
                    </a:ext>
                  </a:extLst>
                </a:gridCol>
                <a:gridCol w="1695641">
                  <a:extLst>
                    <a:ext uri="{9D8B030D-6E8A-4147-A177-3AD203B41FA5}">
                      <a16:colId xmlns:a16="http://schemas.microsoft.com/office/drawing/2014/main" val="4284025160"/>
                    </a:ext>
                  </a:extLst>
                </a:gridCol>
                <a:gridCol w="1625600">
                  <a:extLst>
                    <a:ext uri="{9D8B030D-6E8A-4147-A177-3AD203B41FA5}">
                      <a16:colId xmlns:a16="http://schemas.microsoft.com/office/drawing/2014/main" val="139195861"/>
                    </a:ext>
                  </a:extLst>
                </a:gridCol>
              </a:tblGrid>
              <a:tr h="370840">
                <a:tc>
                  <a:txBody>
                    <a:bodyPr/>
                    <a:lstStyle/>
                    <a:p>
                      <a:pPr algn="ctr"/>
                      <a:r>
                        <a:rPr lang="en-US" sz="2200" dirty="0"/>
                        <a:t>Model</a:t>
                      </a:r>
                    </a:p>
                  </a:txBody>
                  <a:tcPr anchor="ctr"/>
                </a:tc>
                <a:tc>
                  <a:txBody>
                    <a:bodyPr/>
                    <a:lstStyle/>
                    <a:p>
                      <a:pPr algn="ctr"/>
                      <a:r>
                        <a:rPr lang="en-US" sz="2200" dirty="0"/>
                        <a:t>Accuracy</a:t>
                      </a:r>
                    </a:p>
                  </a:txBody>
                  <a:tcPr anchor="ctr"/>
                </a:tc>
                <a:tc>
                  <a:txBody>
                    <a:bodyPr/>
                    <a:lstStyle/>
                    <a:p>
                      <a:pPr algn="ctr"/>
                      <a:r>
                        <a:rPr lang="en-US" sz="2200" dirty="0"/>
                        <a:t>Macro </a:t>
                      </a:r>
                      <a:r>
                        <a:rPr lang="en-US" sz="2200" dirty="0" err="1"/>
                        <a:t>F1</a:t>
                      </a:r>
                      <a:endParaRPr lang="en-US" sz="2200" dirty="0"/>
                    </a:p>
                  </a:txBody>
                  <a:tcPr anchor="ctr"/>
                </a:tc>
                <a:tc>
                  <a:txBody>
                    <a:bodyPr/>
                    <a:lstStyle/>
                    <a:p>
                      <a:pPr algn="ctr"/>
                      <a:r>
                        <a:rPr lang="en-US" sz="2200" dirty="0"/>
                        <a:t>Weighted </a:t>
                      </a:r>
                      <a:r>
                        <a:rPr lang="en-US" sz="2200" dirty="0" err="1"/>
                        <a:t>F1</a:t>
                      </a:r>
                      <a:endParaRPr lang="en-US" sz="2200" dirty="0"/>
                    </a:p>
                  </a:txBody>
                  <a:tcPr anchor="ctr"/>
                </a:tc>
                <a:tc>
                  <a:txBody>
                    <a:bodyPr/>
                    <a:lstStyle/>
                    <a:p>
                      <a:pPr algn="ctr"/>
                      <a:r>
                        <a:rPr lang="en-US" sz="2200" dirty="0"/>
                        <a:t>ROC - AUC</a:t>
                      </a:r>
                    </a:p>
                  </a:txBody>
                  <a:tcPr anchor="ctr"/>
                </a:tc>
                <a:extLst>
                  <a:ext uri="{0D108BD9-81ED-4DB2-BD59-A6C34878D82A}">
                    <a16:rowId xmlns:a16="http://schemas.microsoft.com/office/drawing/2014/main" val="543770516"/>
                  </a:ext>
                </a:extLst>
              </a:tr>
              <a:tr h="6143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K-Nearest Neighbors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69.6%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0.389</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0.731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0.744</a:t>
                      </a:r>
                    </a:p>
                  </a:txBody>
                  <a:tcPr anchor="ctr"/>
                </a:tc>
                <a:extLst>
                  <a:ext uri="{0D108BD9-81ED-4DB2-BD59-A6C34878D82A}">
                    <a16:rowId xmlns:a16="http://schemas.microsoft.com/office/drawing/2014/main" val="286250579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Logistic Regression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78.8%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0.520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0.802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0.937</a:t>
                      </a:r>
                    </a:p>
                  </a:txBody>
                  <a:tcPr anchor="ctr"/>
                </a:tc>
                <a:extLst>
                  <a:ext uri="{0D108BD9-81ED-4DB2-BD59-A6C34878D82A}">
                    <a16:rowId xmlns:a16="http://schemas.microsoft.com/office/drawing/2014/main" val="2985135326"/>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err="1">
                          <a:solidFill>
                            <a:schemeClr val="dk1"/>
                          </a:solidFill>
                          <a:effectLst/>
                          <a:latin typeface="+mn-lt"/>
                          <a:ea typeface="+mn-ea"/>
                          <a:cs typeface="+mn-cs"/>
                        </a:rPr>
                        <a:t>SVM</a:t>
                      </a:r>
                      <a:r>
                        <a:rPr lang="en-US" sz="2200" b="0" kern="1200" dirty="0">
                          <a:solidFill>
                            <a:schemeClr val="dk1"/>
                          </a:solidFill>
                          <a:effectLst/>
                          <a:latin typeface="+mn-lt"/>
                          <a:ea typeface="+mn-ea"/>
                          <a:cs typeface="+mn-cs"/>
                        </a:rPr>
                        <a:t> (RBF)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78.6%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0.531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0.788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0.917</a:t>
                      </a:r>
                    </a:p>
                  </a:txBody>
                  <a:tcPr anchor="ctr"/>
                </a:tc>
                <a:extLst>
                  <a:ext uri="{0D108BD9-81ED-4DB2-BD59-A6C34878D82A}">
                    <a16:rowId xmlns:a16="http://schemas.microsoft.com/office/drawing/2014/main" val="3667107390"/>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Random Forest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78.8%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0.542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0.802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0.939</a:t>
                      </a:r>
                    </a:p>
                  </a:txBody>
                  <a:tcPr anchor="ctr"/>
                </a:tc>
                <a:extLst>
                  <a:ext uri="{0D108BD9-81ED-4DB2-BD59-A6C34878D82A}">
                    <a16:rowId xmlns:a16="http://schemas.microsoft.com/office/drawing/2014/main" val="1587676274"/>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a:t>
                      </a:r>
                      <a:r>
                        <a:rPr lang="en-US" sz="2200" b="0" kern="1200" dirty="0" err="1">
                          <a:solidFill>
                            <a:schemeClr val="dk1"/>
                          </a:solidFill>
                          <a:effectLst/>
                          <a:latin typeface="+mn-lt"/>
                          <a:ea typeface="+mn-ea"/>
                          <a:cs typeface="+mn-cs"/>
                        </a:rPr>
                        <a:t>LightGBM</a:t>
                      </a:r>
                      <a:r>
                        <a:rPr lang="en-US" sz="2200" b="0" kern="1200" dirty="0">
                          <a:solidFill>
                            <a:schemeClr val="dk1"/>
                          </a:solidFill>
                          <a:effectLst/>
                          <a:latin typeface="+mn-lt"/>
                          <a:ea typeface="+mn-ea"/>
                          <a:cs typeface="+mn-cs"/>
                        </a:rPr>
                        <a: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81.7%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0.575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0.813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0.942</a:t>
                      </a:r>
                    </a:p>
                  </a:txBody>
                  <a:tcPr anchor="ctr"/>
                </a:tc>
                <a:extLst>
                  <a:ext uri="{0D108BD9-81ED-4DB2-BD59-A6C34878D82A}">
                    <a16:rowId xmlns:a16="http://schemas.microsoft.com/office/drawing/2014/main" val="3994000193"/>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err="1">
                          <a:solidFill>
                            <a:schemeClr val="dk1"/>
                          </a:solidFill>
                          <a:effectLst/>
                          <a:latin typeface="+mn-lt"/>
                          <a:ea typeface="+mn-ea"/>
                          <a:cs typeface="+mn-cs"/>
                        </a:rPr>
                        <a:t>XGBoost</a:t>
                      </a:r>
                      <a:endParaRPr lang="en-US" sz="2200" b="0" kern="1200" dirty="0">
                        <a:solidFill>
                          <a:schemeClr val="dk1"/>
                        </a:solidFill>
                        <a:effectLst/>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81.5%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0.578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0.815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0.948</a:t>
                      </a:r>
                    </a:p>
                  </a:txBody>
                  <a:tcPr anchor="ctr"/>
                </a:tc>
                <a:extLst>
                  <a:ext uri="{0D108BD9-81ED-4DB2-BD59-A6C34878D82A}">
                    <a16:rowId xmlns:a16="http://schemas.microsoft.com/office/drawing/2014/main" val="3640439954"/>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kern="1200" dirty="0">
                          <a:solidFill>
                            <a:srgbClr val="00B0F0"/>
                          </a:solidFill>
                          <a:effectLst/>
                          <a:latin typeface="+mn-lt"/>
                          <a:ea typeface="+mn-ea"/>
                          <a:cs typeface="+mn-cs"/>
                        </a:rPr>
                        <a:t>Tuned </a:t>
                      </a:r>
                      <a:r>
                        <a:rPr lang="en-US" sz="2200" b="1" kern="1200" dirty="0" err="1">
                          <a:solidFill>
                            <a:srgbClr val="00B0F0"/>
                          </a:solidFill>
                          <a:effectLst/>
                          <a:latin typeface="+mn-lt"/>
                          <a:ea typeface="+mn-ea"/>
                          <a:cs typeface="+mn-cs"/>
                        </a:rPr>
                        <a:t>LightGBM</a:t>
                      </a:r>
                      <a:r>
                        <a:rPr lang="en-US" sz="2200" b="1" kern="1200" dirty="0">
                          <a:solidFill>
                            <a:srgbClr val="00B0F0"/>
                          </a:solidFill>
                          <a:effectLst/>
                          <a:latin typeface="+mn-lt"/>
                          <a:ea typeface="+mn-ea"/>
                          <a:cs typeface="+mn-cs"/>
                        </a:rPr>
                        <a:t> </a:t>
                      </a:r>
                    </a:p>
                  </a:txBody>
                  <a:tcPr anchor="ctr"/>
                </a:tc>
                <a:tc>
                  <a:txBody>
                    <a:bodyPr/>
                    <a:lstStyle/>
                    <a:p>
                      <a:pPr algn="ctr"/>
                      <a:r>
                        <a:rPr lang="en-US" sz="2200" b="0" kern="1200" dirty="0">
                          <a:solidFill>
                            <a:schemeClr val="dk1"/>
                          </a:solidFill>
                          <a:effectLst/>
                          <a:latin typeface="+mn-lt"/>
                          <a:ea typeface="+mn-ea"/>
                          <a:cs typeface="+mn-cs"/>
                        </a:rPr>
                        <a:t>80.7%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 0.562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0.814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0" kern="1200" dirty="0">
                          <a:solidFill>
                            <a:schemeClr val="dk1"/>
                          </a:solidFill>
                          <a:effectLst/>
                          <a:latin typeface="+mn-lt"/>
                          <a:ea typeface="+mn-ea"/>
                          <a:cs typeface="+mn-cs"/>
                        </a:rPr>
                        <a:t>0.946</a:t>
                      </a:r>
                    </a:p>
                  </a:txBody>
                  <a:tcPr anchor="ctr"/>
                </a:tc>
                <a:extLst>
                  <a:ext uri="{0D108BD9-81ED-4DB2-BD59-A6C34878D82A}">
                    <a16:rowId xmlns:a16="http://schemas.microsoft.com/office/drawing/2014/main" val="2536499020"/>
                  </a:ext>
                </a:extLst>
              </a:tr>
            </a:tbl>
          </a:graphicData>
        </a:graphic>
      </p:graphicFrame>
      <p:sp>
        <p:nvSpPr>
          <p:cNvPr id="9" name="TextBox 8">
            <a:extLst>
              <a:ext uri="{FF2B5EF4-FFF2-40B4-BE49-F238E27FC236}">
                <a16:creationId xmlns:a16="http://schemas.microsoft.com/office/drawing/2014/main" id="{31BD72B7-63E6-4FE6-86EF-47CE468741A3}"/>
              </a:ext>
            </a:extLst>
          </p:cNvPr>
          <p:cNvSpPr txBox="1"/>
          <p:nvPr/>
        </p:nvSpPr>
        <p:spPr>
          <a:xfrm>
            <a:off x="166028" y="1239919"/>
            <a:ext cx="3738821" cy="4102533"/>
          </a:xfrm>
          <a:prstGeom prst="rect">
            <a:avLst/>
          </a:prstGeom>
          <a:noFill/>
        </p:spPr>
        <p:txBody>
          <a:bodyPr wrap="square">
            <a:spAutoFit/>
          </a:bodyPr>
          <a:lstStyle/>
          <a:p>
            <a:pPr>
              <a:lnSpc>
                <a:spcPct val="150000"/>
              </a:lnSpc>
            </a:pPr>
            <a:r>
              <a:rPr lang="en-US" sz="2200" b="0" dirty="0">
                <a:effectLst/>
              </a:rPr>
              <a:t>Best Model: </a:t>
            </a:r>
            <a:r>
              <a:rPr lang="en-US" sz="2200" b="1" dirty="0">
                <a:solidFill>
                  <a:srgbClr val="00B0F0"/>
                </a:solidFill>
                <a:effectLst/>
              </a:rPr>
              <a:t>Tuned </a:t>
            </a:r>
            <a:r>
              <a:rPr lang="en-US" sz="2200" b="1" dirty="0" err="1">
                <a:solidFill>
                  <a:srgbClr val="00B0F0"/>
                </a:solidFill>
                <a:effectLst/>
              </a:rPr>
              <a:t>LightGBM</a:t>
            </a:r>
            <a:endParaRPr lang="en-US" sz="2200" b="1" dirty="0">
              <a:solidFill>
                <a:srgbClr val="00B0F0"/>
              </a:solidFill>
              <a:effectLst/>
            </a:endParaRPr>
          </a:p>
          <a:p>
            <a:pPr>
              <a:lnSpc>
                <a:spcPct val="150000"/>
              </a:lnSpc>
            </a:pPr>
            <a:r>
              <a:rPr lang="en-US" sz="2200" b="0" dirty="0">
                <a:effectLst/>
              </a:rPr>
              <a:t>• </a:t>
            </a:r>
            <a:r>
              <a:rPr lang="en-US" sz="2200" b="1" i="1" dirty="0">
                <a:effectLst/>
              </a:rPr>
              <a:t>Hyperparameter tuning: </a:t>
            </a:r>
            <a:r>
              <a:rPr lang="en-US" sz="2200" b="0" dirty="0">
                <a:effectLst/>
              </a:rPr>
              <a:t>15 configs × 5-fold CV</a:t>
            </a:r>
          </a:p>
          <a:p>
            <a:pPr>
              <a:lnSpc>
                <a:spcPct val="150000"/>
              </a:lnSpc>
            </a:pPr>
            <a:r>
              <a:rPr lang="en-US" sz="2200" b="1" i="1" dirty="0">
                <a:effectLst/>
              </a:rPr>
              <a:t>• Best params: </a:t>
            </a:r>
            <a:r>
              <a:rPr lang="en-US" sz="2200" b="0" dirty="0" err="1">
                <a:effectLst/>
              </a:rPr>
              <a:t>lr</a:t>
            </a:r>
            <a:r>
              <a:rPr lang="en-US" sz="2200" b="0" dirty="0">
                <a:effectLst/>
              </a:rPr>
              <a:t>=0.03, </a:t>
            </a:r>
            <a:r>
              <a:rPr lang="en-US" sz="2200" b="0" dirty="0" err="1">
                <a:effectLst/>
              </a:rPr>
              <a:t>n_estimators</a:t>
            </a:r>
            <a:r>
              <a:rPr lang="en-US" sz="2200" b="0" dirty="0">
                <a:effectLst/>
              </a:rPr>
              <a:t>=300, </a:t>
            </a:r>
            <a:r>
              <a:rPr lang="en-US" sz="2200" b="0" dirty="0" err="1">
                <a:effectLst/>
              </a:rPr>
              <a:t>num_leaves</a:t>
            </a:r>
            <a:r>
              <a:rPr lang="en-US" sz="2200" b="0" dirty="0">
                <a:effectLst/>
              </a:rPr>
              <a:t>=50</a:t>
            </a:r>
          </a:p>
          <a:p>
            <a:pPr>
              <a:lnSpc>
                <a:spcPct val="150000"/>
              </a:lnSpc>
            </a:pPr>
            <a:r>
              <a:rPr lang="en-US" sz="2200" b="1" i="1" dirty="0">
                <a:effectLst/>
              </a:rPr>
              <a:t>• CV Macro </a:t>
            </a:r>
            <a:r>
              <a:rPr lang="en-US" sz="2200" b="1" i="1" dirty="0" err="1">
                <a:effectLst/>
              </a:rPr>
              <a:t>F1</a:t>
            </a:r>
            <a:r>
              <a:rPr lang="en-US" sz="2200" b="1" i="1" dirty="0">
                <a:effectLst/>
              </a:rPr>
              <a:t>: </a:t>
            </a:r>
            <a:r>
              <a:rPr lang="en-US" sz="2200" b="0" dirty="0">
                <a:effectLst/>
              </a:rPr>
              <a:t>0.573 ± 0.025 (stable, no overfitting)</a:t>
            </a:r>
          </a:p>
        </p:txBody>
      </p:sp>
    </p:spTree>
    <p:extLst>
      <p:ext uri="{BB962C8B-B14F-4D97-AF65-F5344CB8AC3E}">
        <p14:creationId xmlns:p14="http://schemas.microsoft.com/office/powerpoint/2010/main" val="2209688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00E-7754-4634-6DF6-4A0C238F7FB5}"/>
              </a:ext>
            </a:extLst>
          </p:cNvPr>
          <p:cNvSpPr>
            <a:spLocks noGrp="1"/>
          </p:cNvSpPr>
          <p:nvPr>
            <p:ph type="title"/>
          </p:nvPr>
        </p:nvSpPr>
        <p:spPr>
          <a:xfrm>
            <a:off x="419706" y="96761"/>
            <a:ext cx="11501293" cy="565943"/>
          </a:xfrm>
        </p:spPr>
        <p:txBody>
          <a:bodyPr/>
          <a:lstStyle/>
          <a:p>
            <a:pPr>
              <a:lnSpc>
                <a:spcPts val="4320"/>
              </a:lnSpc>
            </a:pPr>
            <a:r>
              <a:rPr lang="en-US" sz="3600" dirty="0">
                <a:solidFill>
                  <a:schemeClr val="accent5">
                    <a:lumMod val="75000"/>
                  </a:schemeClr>
                </a:solidFill>
                <a:latin typeface="Arial" pitchFamily="34" charset="0"/>
                <a:cs typeface="Arial" pitchFamily="34" charset="-120"/>
              </a:rPr>
              <a:t>Contents</a:t>
            </a:r>
          </a:p>
        </p:txBody>
      </p:sp>
      <p:sp>
        <p:nvSpPr>
          <p:cNvPr id="3" name="Content Placeholder 2">
            <a:extLst>
              <a:ext uri="{FF2B5EF4-FFF2-40B4-BE49-F238E27FC236}">
                <a16:creationId xmlns:a16="http://schemas.microsoft.com/office/drawing/2014/main" id="{53A99EC1-56FA-9035-D9FE-A57BE83319B0}"/>
              </a:ext>
            </a:extLst>
          </p:cNvPr>
          <p:cNvSpPr>
            <a:spLocks noGrp="1"/>
          </p:cNvSpPr>
          <p:nvPr>
            <p:ph sz="half" idx="11"/>
          </p:nvPr>
        </p:nvSpPr>
        <p:spPr/>
        <p:txBody>
          <a:bodyPr>
            <a:normAutofit/>
          </a:bodyPr>
          <a:lstStyle/>
          <a:p>
            <a:pPr marL="742950" indent="-742950">
              <a:lnSpc>
                <a:spcPct val="150000"/>
              </a:lnSpc>
              <a:spcAft>
                <a:spcPts val="0"/>
              </a:spcAft>
              <a:buAutoNum type="arabicPeriod"/>
            </a:pPr>
            <a:r>
              <a:rPr lang="en-US" sz="2400" dirty="0">
                <a:latin typeface="Arial (Body)"/>
              </a:rPr>
              <a:t>Title</a:t>
            </a:r>
          </a:p>
          <a:p>
            <a:pPr marL="742950" indent="-742950">
              <a:lnSpc>
                <a:spcPct val="150000"/>
              </a:lnSpc>
              <a:spcAft>
                <a:spcPts val="0"/>
              </a:spcAft>
              <a:buAutoNum type="arabicPeriod"/>
            </a:pPr>
            <a:r>
              <a:rPr lang="en-US" sz="2400" dirty="0">
                <a:latin typeface="Arial (Body)"/>
              </a:rPr>
              <a:t>Motivation</a:t>
            </a:r>
          </a:p>
          <a:p>
            <a:pPr marL="742950" indent="-742950">
              <a:lnSpc>
                <a:spcPct val="150000"/>
              </a:lnSpc>
              <a:spcAft>
                <a:spcPts val="0"/>
              </a:spcAft>
              <a:buAutoNum type="arabicPeriod"/>
            </a:pPr>
            <a:r>
              <a:rPr lang="en-US" sz="2400" dirty="0">
                <a:latin typeface="Arial (Body)"/>
              </a:rPr>
              <a:t>Dataset</a:t>
            </a:r>
          </a:p>
          <a:p>
            <a:pPr marL="742950" indent="-742950">
              <a:lnSpc>
                <a:spcPct val="150000"/>
              </a:lnSpc>
              <a:spcAft>
                <a:spcPts val="0"/>
              </a:spcAft>
              <a:buAutoNum type="arabicPeriod"/>
            </a:pPr>
            <a:r>
              <a:rPr lang="en-US" sz="2400" dirty="0">
                <a:latin typeface="Arial (Body)"/>
              </a:rPr>
              <a:t>Statistical Analysis</a:t>
            </a:r>
          </a:p>
          <a:p>
            <a:pPr marL="742950" indent="-742950">
              <a:lnSpc>
                <a:spcPct val="150000"/>
              </a:lnSpc>
              <a:spcAft>
                <a:spcPts val="0"/>
              </a:spcAft>
              <a:buAutoNum type="arabicPeriod"/>
            </a:pPr>
            <a:r>
              <a:rPr lang="en-US" sz="2400" dirty="0">
                <a:latin typeface="Arial (Body)"/>
              </a:rPr>
              <a:t>Feature Engineering</a:t>
            </a:r>
          </a:p>
          <a:p>
            <a:pPr marL="742950" indent="-742950">
              <a:lnSpc>
                <a:spcPct val="150000"/>
              </a:lnSpc>
              <a:spcAft>
                <a:spcPts val="0"/>
              </a:spcAft>
              <a:buFont typeface="Arial" charset="0"/>
              <a:buAutoNum type="arabicPeriod"/>
            </a:pPr>
            <a:r>
              <a:rPr lang="en-US" sz="2400" dirty="0">
                <a:latin typeface="Arial (Body)"/>
              </a:rPr>
              <a:t>Model Comparison</a:t>
            </a:r>
          </a:p>
          <a:p>
            <a:pPr marL="742950" indent="-742950">
              <a:lnSpc>
                <a:spcPct val="150000"/>
              </a:lnSpc>
              <a:spcAft>
                <a:spcPts val="0"/>
              </a:spcAft>
              <a:buFont typeface="Arial" charset="0"/>
              <a:buAutoNum type="arabicPeriod"/>
            </a:pPr>
            <a:r>
              <a:rPr lang="en-US" sz="2400" b="1" dirty="0">
                <a:solidFill>
                  <a:srgbClr val="00B050"/>
                </a:solidFill>
                <a:latin typeface="Arial (Body)"/>
              </a:rPr>
              <a:t>The Melanoma Problem + Solution </a:t>
            </a:r>
          </a:p>
          <a:p>
            <a:pPr marL="742950" indent="-742950">
              <a:lnSpc>
                <a:spcPct val="150000"/>
              </a:lnSpc>
              <a:spcAft>
                <a:spcPts val="0"/>
              </a:spcAft>
              <a:buFont typeface="Arial" charset="0"/>
              <a:buAutoNum type="arabicPeriod"/>
            </a:pPr>
            <a:r>
              <a:rPr lang="en-US" sz="2400" dirty="0">
                <a:latin typeface="Arial (Body)"/>
              </a:rPr>
              <a:t>Results</a:t>
            </a:r>
          </a:p>
          <a:p>
            <a:pPr marL="742950" indent="-742950">
              <a:lnSpc>
                <a:spcPct val="150000"/>
              </a:lnSpc>
              <a:spcAft>
                <a:spcPts val="0"/>
              </a:spcAft>
              <a:buFont typeface="Arial" charset="0"/>
              <a:buAutoNum type="arabicPeriod"/>
            </a:pPr>
            <a:r>
              <a:rPr lang="en-US" sz="2400" dirty="0">
                <a:latin typeface="Arial (Body)"/>
              </a:rPr>
              <a:t>Error Analysis &amp; Clinical Context</a:t>
            </a:r>
          </a:p>
          <a:p>
            <a:pPr marL="742950" indent="-742950">
              <a:lnSpc>
                <a:spcPct val="150000"/>
              </a:lnSpc>
              <a:spcAft>
                <a:spcPts val="0"/>
              </a:spcAft>
              <a:buFont typeface="Arial" charset="0"/>
              <a:buAutoNum type="arabicPeriod"/>
            </a:pPr>
            <a:r>
              <a:rPr lang="en-US" sz="2400" dirty="0">
                <a:latin typeface="Arial (Body)"/>
              </a:rPr>
              <a:t>Conclusion &amp; Future Work</a:t>
            </a:r>
            <a:endParaRPr lang="vi-VN" sz="2400" dirty="0">
              <a:latin typeface="Arial (Body)"/>
            </a:endParaRPr>
          </a:p>
        </p:txBody>
      </p:sp>
    </p:spTree>
    <p:extLst>
      <p:ext uri="{BB962C8B-B14F-4D97-AF65-F5344CB8AC3E}">
        <p14:creationId xmlns:p14="http://schemas.microsoft.com/office/powerpoint/2010/main" val="4224689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029" y="-95207"/>
            <a:ext cx="4777930" cy="607272"/>
          </a:xfrm>
          <a:prstGeom prst="rect">
            <a:avLst/>
          </a:prstGeom>
          <a:noFill/>
          <a:ln/>
        </p:spPr>
        <p:txBody>
          <a:bodyPr wrap="square" lIns="0" tIns="0" rIns="0" bIns="0" rtlCol="0" anchor="t"/>
          <a:lstStyle/>
          <a:p>
            <a:pPr algn="just">
              <a:lnSpc>
                <a:spcPts val="4320"/>
              </a:lnSpc>
            </a:pPr>
            <a:r>
              <a:rPr lang="en-US" sz="2000" b="1" dirty="0">
                <a:solidFill>
                  <a:schemeClr val="accent1">
                    <a:lumMod val="50000"/>
                  </a:schemeClr>
                </a:solidFill>
                <a:latin typeface="Arial" pitchFamily="34" charset="0"/>
                <a:cs typeface="Arial" pitchFamily="34" charset="-120"/>
              </a:rPr>
              <a:t>7. The Melanoma Problem + Solution </a:t>
            </a:r>
          </a:p>
          <a:p>
            <a:pPr algn="just">
              <a:lnSpc>
                <a:spcPts val="4320"/>
              </a:lnSpc>
            </a:pPr>
            <a:endParaRPr lang="en-US" sz="2000" b="1" dirty="0">
              <a:solidFill>
                <a:schemeClr val="accent1">
                  <a:lumMod val="50000"/>
                </a:schemeClr>
              </a:solidFill>
              <a:latin typeface="Arial" pitchFamily="34" charset="0"/>
              <a:cs typeface="Arial" pitchFamily="34" charset="-120"/>
            </a:endParaRPr>
          </a:p>
        </p:txBody>
      </p:sp>
      <p:grpSp>
        <p:nvGrpSpPr>
          <p:cNvPr id="17" name="Group 16">
            <a:extLst>
              <a:ext uri="{FF2B5EF4-FFF2-40B4-BE49-F238E27FC236}">
                <a16:creationId xmlns:a16="http://schemas.microsoft.com/office/drawing/2014/main" id="{2A365866-6B9E-411B-A578-DE680291A935}"/>
              </a:ext>
            </a:extLst>
          </p:cNvPr>
          <p:cNvGrpSpPr/>
          <p:nvPr/>
        </p:nvGrpSpPr>
        <p:grpSpPr>
          <a:xfrm>
            <a:off x="514683" y="422947"/>
            <a:ext cx="4972590" cy="588984"/>
            <a:chOff x="451817" y="344273"/>
            <a:chExt cx="4972590" cy="588984"/>
          </a:xfrm>
        </p:grpSpPr>
        <p:cxnSp>
          <p:nvCxnSpPr>
            <p:cNvPr id="4" name="Straight Connector 3">
              <a:extLst>
                <a:ext uri="{FF2B5EF4-FFF2-40B4-BE49-F238E27FC236}">
                  <a16:creationId xmlns:a16="http://schemas.microsoft.com/office/drawing/2014/main" id="{9C92E765-C18C-EB10-1758-D7FE55C27B9D}"/>
                </a:ext>
              </a:extLst>
            </p:cNvPr>
            <p:cNvCxnSpPr>
              <a:cxnSpLocks/>
            </p:cNvCxnSpPr>
            <p:nvPr/>
          </p:nvCxnSpPr>
          <p:spPr>
            <a:xfrm>
              <a:off x="732123" y="812122"/>
              <a:ext cx="179470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F8C1F12C-7699-4ECA-8660-FC44E6951013}"/>
                </a:ext>
              </a:extLst>
            </p:cNvPr>
            <p:cNvSpPr/>
            <p:nvPr/>
          </p:nvSpPr>
          <p:spPr>
            <a:xfrm>
              <a:off x="451817" y="344273"/>
              <a:ext cx="4972590" cy="588984"/>
            </a:xfrm>
            <a:prstGeom prst="rect">
              <a:avLst/>
            </a:prstGeom>
            <a:noFill/>
            <a:ln/>
          </p:spPr>
          <p:txBody>
            <a:bodyPr wrap="square" lIns="0" tIns="0" rIns="0" bIns="0" rtlCol="0" anchor="t"/>
            <a:lstStyle/>
            <a:p>
              <a:r>
                <a:rPr lang="en-US" sz="2800" b="1" dirty="0">
                  <a:solidFill>
                    <a:srgbClr val="0070C0"/>
                  </a:solidFill>
                  <a:effectLst/>
                  <a:latin typeface="Arial" panose="020B0604020202020204" pitchFamily="34" charset="0"/>
                  <a:cs typeface="Arial" panose="020B0604020202020204" pitchFamily="34" charset="0"/>
                </a:rPr>
                <a:t>The Melanoma Challenge</a:t>
              </a:r>
            </a:p>
          </p:txBody>
        </p:sp>
      </p:grpSp>
      <p:sp>
        <p:nvSpPr>
          <p:cNvPr id="10" name="TextBox 9">
            <a:extLst>
              <a:ext uri="{FF2B5EF4-FFF2-40B4-BE49-F238E27FC236}">
                <a16:creationId xmlns:a16="http://schemas.microsoft.com/office/drawing/2014/main" id="{3C1EB09A-93B3-4D2A-B21C-4DE099A200EC}"/>
              </a:ext>
            </a:extLst>
          </p:cNvPr>
          <p:cNvSpPr txBox="1"/>
          <p:nvPr/>
        </p:nvSpPr>
        <p:spPr>
          <a:xfrm>
            <a:off x="133738" y="993233"/>
            <a:ext cx="6158208" cy="2123658"/>
          </a:xfrm>
          <a:prstGeom prst="rect">
            <a:avLst/>
          </a:prstGeom>
          <a:noFill/>
        </p:spPr>
        <p:txBody>
          <a:bodyPr wrap="square">
            <a:spAutoFit/>
          </a:bodyPr>
          <a:lstStyle/>
          <a:p>
            <a:pPr algn="just"/>
            <a:r>
              <a:rPr lang="en-US" sz="2200" b="1" dirty="0">
                <a:effectLst/>
              </a:rPr>
              <a:t>Baseline (Tuned </a:t>
            </a:r>
            <a:r>
              <a:rPr lang="en-US" sz="2200" b="1" dirty="0" err="1">
                <a:effectLst/>
              </a:rPr>
              <a:t>LightGBM</a:t>
            </a:r>
            <a:r>
              <a:rPr lang="en-US" sz="2200" b="1" dirty="0">
                <a:effectLst/>
              </a:rPr>
              <a:t>, 7-class):</a:t>
            </a:r>
          </a:p>
          <a:p>
            <a:pPr algn="just"/>
            <a:r>
              <a:rPr lang="en-US" sz="2200" b="0" dirty="0">
                <a:effectLst/>
              </a:rPr>
              <a:t>• </a:t>
            </a:r>
            <a:r>
              <a:rPr lang="en-US" sz="2200" b="1" i="1" dirty="0">
                <a:effectLst/>
              </a:rPr>
              <a:t>Overall Accuracy: </a:t>
            </a:r>
            <a:r>
              <a:rPr lang="en-US" sz="2200" b="0" dirty="0">
                <a:effectLst/>
              </a:rPr>
              <a:t>80.7%  |  ROC-AUC: 0.946</a:t>
            </a:r>
          </a:p>
          <a:p>
            <a:pPr algn="just"/>
            <a:r>
              <a:rPr lang="en-US" sz="2200" b="0" dirty="0">
                <a:effectLst/>
              </a:rPr>
              <a:t>• </a:t>
            </a:r>
            <a:r>
              <a:rPr lang="en-US" sz="2200" b="1" i="1" dirty="0">
                <a:effectLst/>
              </a:rPr>
              <a:t>Melanoma Recall: </a:t>
            </a:r>
            <a:r>
              <a:rPr lang="en-US" sz="2200" b="0" dirty="0">
                <a:effectLst/>
              </a:rPr>
              <a:t>0.545  ← ⚠️ Too low for clinical use</a:t>
            </a:r>
          </a:p>
          <a:p>
            <a:pPr algn="just"/>
            <a:r>
              <a:rPr lang="en-US" sz="2200" b="0" dirty="0">
                <a:effectLst/>
              </a:rPr>
              <a:t>• 56 out of 123 melanoma cases MISSED (45.5%)</a:t>
            </a:r>
          </a:p>
          <a:p>
            <a:pPr algn="just"/>
            <a:r>
              <a:rPr lang="en-US" sz="2200" b="0" dirty="0">
                <a:effectLst/>
              </a:rPr>
              <a:t> </a:t>
            </a:r>
            <a:r>
              <a:rPr lang="en-US" sz="2200" b="1" dirty="0">
                <a:solidFill>
                  <a:srgbClr val="00B0F0"/>
                </a:solidFill>
                <a:effectLst/>
              </a:rPr>
              <a:t>→ </a:t>
            </a:r>
            <a:r>
              <a:rPr lang="en-US" sz="2200" b="1" dirty="0">
                <a:solidFill>
                  <a:srgbClr val="FF0000"/>
                </a:solidFill>
                <a:effectLst/>
              </a:rPr>
              <a:t>21 misclassified as nevus (most dangerous!)</a:t>
            </a:r>
          </a:p>
        </p:txBody>
      </p:sp>
      <p:sp>
        <p:nvSpPr>
          <p:cNvPr id="11" name="TextBox 10">
            <a:extLst>
              <a:ext uri="{FF2B5EF4-FFF2-40B4-BE49-F238E27FC236}">
                <a16:creationId xmlns:a16="http://schemas.microsoft.com/office/drawing/2014/main" id="{7A77B214-564B-404B-9F5C-C572AC87886B}"/>
              </a:ext>
            </a:extLst>
          </p:cNvPr>
          <p:cNvSpPr txBox="1"/>
          <p:nvPr/>
        </p:nvSpPr>
        <p:spPr>
          <a:xfrm>
            <a:off x="6572252" y="890796"/>
            <a:ext cx="5231572" cy="2123658"/>
          </a:xfrm>
          <a:prstGeom prst="rect">
            <a:avLst/>
          </a:prstGeom>
          <a:noFill/>
        </p:spPr>
        <p:txBody>
          <a:bodyPr wrap="square">
            <a:spAutoFit/>
          </a:bodyPr>
          <a:lstStyle>
            <a:defPPr>
              <a:defRPr lang="en-US"/>
            </a:defPPr>
            <a:lvl1pPr algn="just">
              <a:lnSpc>
                <a:spcPct val="150000"/>
              </a:lnSpc>
              <a:defRPr b="1">
                <a:effectLst/>
                <a:latin typeface="Fira Code Retina" pitchFamily="1" charset="0"/>
              </a:defRPr>
            </a:lvl1pPr>
          </a:lstStyle>
          <a:p>
            <a:pPr>
              <a:lnSpc>
                <a:spcPct val="100000"/>
              </a:lnSpc>
            </a:pPr>
            <a:r>
              <a:rPr lang="en-US" sz="2200" dirty="0">
                <a:latin typeface="+mn-lt"/>
              </a:rPr>
              <a:t>Root Causes:</a:t>
            </a:r>
          </a:p>
          <a:p>
            <a:pPr marL="342900" indent="-342900">
              <a:lnSpc>
                <a:spcPct val="100000"/>
              </a:lnSpc>
              <a:buFont typeface="+mj-lt"/>
              <a:buAutoNum type="arabicPeriod"/>
            </a:pPr>
            <a:r>
              <a:rPr lang="en-US" sz="2200" b="0" dirty="0">
                <a:latin typeface="+mn-lt"/>
              </a:rPr>
              <a:t>58× class imbalance → model optimizes for </a:t>
            </a:r>
            <a:r>
              <a:rPr lang="en-US" sz="2200" b="0" dirty="0" err="1">
                <a:latin typeface="+mn-lt"/>
              </a:rPr>
              <a:t>nv</a:t>
            </a:r>
            <a:r>
              <a:rPr lang="en-US" sz="2200" b="0" dirty="0">
                <a:latin typeface="+mn-lt"/>
              </a:rPr>
              <a:t> accuracy</a:t>
            </a:r>
          </a:p>
          <a:p>
            <a:pPr marL="342900" indent="-342900">
              <a:lnSpc>
                <a:spcPct val="100000"/>
              </a:lnSpc>
              <a:buFont typeface="+mj-lt"/>
              <a:buAutoNum type="arabicPeriod"/>
            </a:pPr>
            <a:r>
              <a:rPr lang="en-US" sz="2200" b="0" dirty="0">
                <a:latin typeface="+mn-lt"/>
              </a:rPr>
              <a:t>7-class objective doesn't prioritize melanoma</a:t>
            </a:r>
          </a:p>
          <a:p>
            <a:pPr marL="342900" indent="-342900">
              <a:lnSpc>
                <a:spcPct val="100000"/>
              </a:lnSpc>
              <a:buFont typeface="+mj-lt"/>
              <a:buAutoNum type="arabicPeriod"/>
            </a:pPr>
            <a:r>
              <a:rPr lang="en-US" sz="2200" b="0" dirty="0" err="1">
                <a:latin typeface="+mn-lt"/>
              </a:rPr>
              <a:t>mel</a:t>
            </a:r>
            <a:r>
              <a:rPr lang="en-US" sz="2200" b="0" dirty="0">
                <a:latin typeface="+mn-lt"/>
              </a:rPr>
              <a:t> vs </a:t>
            </a:r>
            <a:r>
              <a:rPr lang="en-US" sz="2200" b="0" dirty="0" err="1">
                <a:latin typeface="+mn-lt"/>
              </a:rPr>
              <a:t>nv</a:t>
            </a:r>
            <a:r>
              <a:rPr lang="en-US" sz="2200" b="0" dirty="0">
                <a:latin typeface="+mn-lt"/>
              </a:rPr>
              <a:t> visually very similar</a:t>
            </a:r>
          </a:p>
        </p:txBody>
      </p:sp>
      <p:cxnSp>
        <p:nvCxnSpPr>
          <p:cNvPr id="13" name="Straight Connector 12">
            <a:extLst>
              <a:ext uri="{FF2B5EF4-FFF2-40B4-BE49-F238E27FC236}">
                <a16:creationId xmlns:a16="http://schemas.microsoft.com/office/drawing/2014/main" id="{7DC2512E-6C08-449B-9A4B-732BDA97C016}"/>
              </a:ext>
            </a:extLst>
          </p:cNvPr>
          <p:cNvCxnSpPr>
            <a:cxnSpLocks/>
          </p:cNvCxnSpPr>
          <p:nvPr/>
        </p:nvCxnSpPr>
        <p:spPr>
          <a:xfrm>
            <a:off x="6441231" y="1246664"/>
            <a:ext cx="0" cy="156287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66AE48B-ECCF-4F77-99B8-11BB5415CCD8}"/>
              </a:ext>
            </a:extLst>
          </p:cNvPr>
          <p:cNvSpPr txBox="1"/>
          <p:nvPr/>
        </p:nvSpPr>
        <p:spPr>
          <a:xfrm>
            <a:off x="377892" y="3050345"/>
            <a:ext cx="5669899" cy="547714"/>
          </a:xfrm>
          <a:prstGeom prst="rect">
            <a:avLst/>
          </a:prstGeom>
          <a:noFill/>
        </p:spPr>
        <p:txBody>
          <a:bodyPr wrap="square">
            <a:spAutoFit/>
          </a:bodyPr>
          <a:lstStyle>
            <a:defPPr>
              <a:defRPr lang="en-US"/>
            </a:defPPr>
            <a:lvl1pPr algn="just">
              <a:lnSpc>
                <a:spcPct val="150000"/>
              </a:lnSpc>
              <a:defRPr b="1">
                <a:effectLst/>
                <a:latin typeface="Fira Code Retina" pitchFamily="1" charset="0"/>
              </a:defRPr>
            </a:lvl1pPr>
          </a:lstStyle>
          <a:p>
            <a:r>
              <a:rPr lang="en-US" sz="2200" dirty="0">
                <a:solidFill>
                  <a:srgbClr val="0070C0"/>
                </a:solidFill>
                <a:latin typeface="Calibri (Body)"/>
              </a:rPr>
              <a:t>Our Improvement Strategy: Two-Tier Pipeline</a:t>
            </a:r>
          </a:p>
        </p:txBody>
      </p:sp>
      <p:pic>
        <p:nvPicPr>
          <p:cNvPr id="19" name="Picture 18">
            <a:extLst>
              <a:ext uri="{FF2B5EF4-FFF2-40B4-BE49-F238E27FC236}">
                <a16:creationId xmlns:a16="http://schemas.microsoft.com/office/drawing/2014/main" id="{2E178C03-0440-4442-B777-BBBEEEF44674}"/>
              </a:ext>
            </a:extLst>
          </p:cNvPr>
          <p:cNvPicPr>
            <a:picLocks noChangeAspect="1"/>
          </p:cNvPicPr>
          <p:nvPr/>
        </p:nvPicPr>
        <p:blipFill>
          <a:blip r:embed="rId3"/>
          <a:stretch>
            <a:fillRect/>
          </a:stretch>
        </p:blipFill>
        <p:spPr>
          <a:xfrm>
            <a:off x="2596431" y="3643416"/>
            <a:ext cx="6999139" cy="3170823"/>
          </a:xfrm>
          <a:prstGeom prst="rect">
            <a:avLst/>
          </a:prstGeom>
        </p:spPr>
      </p:pic>
    </p:spTree>
    <p:extLst>
      <p:ext uri="{BB962C8B-B14F-4D97-AF65-F5344CB8AC3E}">
        <p14:creationId xmlns:p14="http://schemas.microsoft.com/office/powerpoint/2010/main" val="860689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00E-7754-4634-6DF6-4A0C238F7FB5}"/>
              </a:ext>
            </a:extLst>
          </p:cNvPr>
          <p:cNvSpPr>
            <a:spLocks noGrp="1"/>
          </p:cNvSpPr>
          <p:nvPr>
            <p:ph type="title"/>
          </p:nvPr>
        </p:nvSpPr>
        <p:spPr>
          <a:xfrm>
            <a:off x="419706" y="96761"/>
            <a:ext cx="11501293" cy="565943"/>
          </a:xfrm>
        </p:spPr>
        <p:txBody>
          <a:bodyPr/>
          <a:lstStyle/>
          <a:p>
            <a:pPr>
              <a:lnSpc>
                <a:spcPts val="4320"/>
              </a:lnSpc>
            </a:pPr>
            <a:r>
              <a:rPr lang="en-US" sz="3600" dirty="0">
                <a:solidFill>
                  <a:schemeClr val="accent5">
                    <a:lumMod val="75000"/>
                  </a:schemeClr>
                </a:solidFill>
                <a:latin typeface="Arial" pitchFamily="34" charset="0"/>
                <a:cs typeface="Arial" pitchFamily="34" charset="-120"/>
              </a:rPr>
              <a:t>Contents</a:t>
            </a:r>
          </a:p>
        </p:txBody>
      </p:sp>
      <p:sp>
        <p:nvSpPr>
          <p:cNvPr id="3" name="Content Placeholder 2">
            <a:extLst>
              <a:ext uri="{FF2B5EF4-FFF2-40B4-BE49-F238E27FC236}">
                <a16:creationId xmlns:a16="http://schemas.microsoft.com/office/drawing/2014/main" id="{53A99EC1-56FA-9035-D9FE-A57BE83319B0}"/>
              </a:ext>
            </a:extLst>
          </p:cNvPr>
          <p:cNvSpPr>
            <a:spLocks noGrp="1"/>
          </p:cNvSpPr>
          <p:nvPr>
            <p:ph sz="half" idx="11"/>
          </p:nvPr>
        </p:nvSpPr>
        <p:spPr/>
        <p:txBody>
          <a:bodyPr>
            <a:normAutofit/>
          </a:bodyPr>
          <a:lstStyle/>
          <a:p>
            <a:pPr marL="742950" indent="-742950">
              <a:lnSpc>
                <a:spcPct val="150000"/>
              </a:lnSpc>
              <a:spcAft>
                <a:spcPts val="0"/>
              </a:spcAft>
              <a:buAutoNum type="arabicPeriod"/>
            </a:pPr>
            <a:r>
              <a:rPr lang="en-US" sz="2400" dirty="0">
                <a:latin typeface="Arial (Body)"/>
              </a:rPr>
              <a:t>Title</a:t>
            </a:r>
          </a:p>
          <a:p>
            <a:pPr marL="742950" indent="-742950">
              <a:lnSpc>
                <a:spcPct val="150000"/>
              </a:lnSpc>
              <a:spcAft>
                <a:spcPts val="0"/>
              </a:spcAft>
              <a:buAutoNum type="arabicPeriod"/>
            </a:pPr>
            <a:r>
              <a:rPr lang="en-US" sz="2400" dirty="0">
                <a:latin typeface="Arial (Body)"/>
              </a:rPr>
              <a:t>Motivation</a:t>
            </a:r>
          </a:p>
          <a:p>
            <a:pPr marL="742950" indent="-742950">
              <a:lnSpc>
                <a:spcPct val="150000"/>
              </a:lnSpc>
              <a:spcAft>
                <a:spcPts val="0"/>
              </a:spcAft>
              <a:buAutoNum type="arabicPeriod"/>
            </a:pPr>
            <a:r>
              <a:rPr lang="en-US" sz="2400" dirty="0">
                <a:latin typeface="Arial (Body)"/>
              </a:rPr>
              <a:t>Dataset</a:t>
            </a:r>
          </a:p>
          <a:p>
            <a:pPr marL="742950" indent="-742950">
              <a:lnSpc>
                <a:spcPct val="150000"/>
              </a:lnSpc>
              <a:spcAft>
                <a:spcPts val="0"/>
              </a:spcAft>
              <a:buAutoNum type="arabicPeriod"/>
            </a:pPr>
            <a:r>
              <a:rPr lang="en-US" sz="2400" dirty="0">
                <a:latin typeface="Arial (Body)"/>
              </a:rPr>
              <a:t>Statistical Analysis</a:t>
            </a:r>
          </a:p>
          <a:p>
            <a:pPr marL="742950" indent="-742950">
              <a:lnSpc>
                <a:spcPct val="150000"/>
              </a:lnSpc>
              <a:spcAft>
                <a:spcPts val="0"/>
              </a:spcAft>
              <a:buAutoNum type="arabicPeriod"/>
            </a:pPr>
            <a:r>
              <a:rPr lang="en-US" sz="2400" dirty="0">
                <a:latin typeface="Arial (Body)"/>
              </a:rPr>
              <a:t>Feature Engineering</a:t>
            </a:r>
          </a:p>
          <a:p>
            <a:pPr marL="742950" indent="-742950">
              <a:lnSpc>
                <a:spcPct val="150000"/>
              </a:lnSpc>
              <a:spcAft>
                <a:spcPts val="0"/>
              </a:spcAft>
              <a:buFont typeface="Arial" charset="0"/>
              <a:buAutoNum type="arabicPeriod"/>
            </a:pPr>
            <a:r>
              <a:rPr lang="en-US" sz="2400" dirty="0">
                <a:latin typeface="Arial (Body)"/>
              </a:rPr>
              <a:t>Model Comparison</a:t>
            </a:r>
          </a:p>
          <a:p>
            <a:pPr marL="742950" indent="-742950">
              <a:lnSpc>
                <a:spcPct val="150000"/>
              </a:lnSpc>
              <a:spcAft>
                <a:spcPts val="0"/>
              </a:spcAft>
              <a:buFont typeface="Arial" charset="0"/>
              <a:buAutoNum type="arabicPeriod"/>
            </a:pPr>
            <a:r>
              <a:rPr lang="en-US" sz="2400" dirty="0">
                <a:latin typeface="Arial (Body)"/>
              </a:rPr>
              <a:t>The Melanoma Problem + Solution </a:t>
            </a:r>
          </a:p>
          <a:p>
            <a:pPr marL="742950" indent="-742950">
              <a:lnSpc>
                <a:spcPct val="150000"/>
              </a:lnSpc>
              <a:spcAft>
                <a:spcPts val="0"/>
              </a:spcAft>
              <a:buFont typeface="Arial" charset="0"/>
              <a:buAutoNum type="arabicPeriod"/>
            </a:pPr>
            <a:r>
              <a:rPr lang="en-US" sz="2400" b="1" dirty="0">
                <a:solidFill>
                  <a:srgbClr val="00B050"/>
                </a:solidFill>
                <a:latin typeface="Arial (Body)"/>
              </a:rPr>
              <a:t>Results</a:t>
            </a:r>
          </a:p>
          <a:p>
            <a:pPr marL="742950" indent="-742950">
              <a:lnSpc>
                <a:spcPct val="150000"/>
              </a:lnSpc>
              <a:spcAft>
                <a:spcPts val="0"/>
              </a:spcAft>
              <a:buFont typeface="Arial" charset="0"/>
              <a:buAutoNum type="arabicPeriod"/>
            </a:pPr>
            <a:r>
              <a:rPr lang="en-US" sz="2400" dirty="0">
                <a:latin typeface="Arial (Body)"/>
              </a:rPr>
              <a:t>Error Analysis &amp; Clinical Context</a:t>
            </a:r>
          </a:p>
          <a:p>
            <a:pPr marL="742950" indent="-742950">
              <a:lnSpc>
                <a:spcPct val="150000"/>
              </a:lnSpc>
              <a:spcAft>
                <a:spcPts val="0"/>
              </a:spcAft>
              <a:buFont typeface="Arial" charset="0"/>
              <a:buAutoNum type="arabicPeriod"/>
            </a:pPr>
            <a:r>
              <a:rPr lang="en-US" sz="2400" dirty="0">
                <a:latin typeface="Arial (Body)"/>
              </a:rPr>
              <a:t>Conclusion &amp; Future Work</a:t>
            </a:r>
            <a:endParaRPr lang="vi-VN" sz="2400" dirty="0">
              <a:latin typeface="Arial (Body)"/>
            </a:endParaRPr>
          </a:p>
        </p:txBody>
      </p:sp>
    </p:spTree>
    <p:extLst>
      <p:ext uri="{BB962C8B-B14F-4D97-AF65-F5344CB8AC3E}">
        <p14:creationId xmlns:p14="http://schemas.microsoft.com/office/powerpoint/2010/main" val="32339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029" y="-95207"/>
            <a:ext cx="4777930" cy="607272"/>
          </a:xfrm>
          <a:prstGeom prst="rect">
            <a:avLst/>
          </a:prstGeom>
          <a:noFill/>
          <a:ln/>
        </p:spPr>
        <p:txBody>
          <a:bodyPr wrap="square" lIns="0" tIns="0" rIns="0" bIns="0" rtlCol="0" anchor="t"/>
          <a:lstStyle/>
          <a:p>
            <a:pPr algn="just">
              <a:lnSpc>
                <a:spcPts val="4320"/>
              </a:lnSpc>
            </a:pPr>
            <a:r>
              <a:rPr lang="en-US" sz="2000" b="1" dirty="0">
                <a:solidFill>
                  <a:schemeClr val="accent1">
                    <a:lumMod val="50000"/>
                  </a:schemeClr>
                </a:solidFill>
                <a:latin typeface="Arial" pitchFamily="34" charset="0"/>
                <a:cs typeface="Arial" pitchFamily="34" charset="-120"/>
              </a:rPr>
              <a:t>8. Results</a:t>
            </a:r>
          </a:p>
        </p:txBody>
      </p:sp>
      <p:grpSp>
        <p:nvGrpSpPr>
          <p:cNvPr id="17" name="Group 16">
            <a:extLst>
              <a:ext uri="{FF2B5EF4-FFF2-40B4-BE49-F238E27FC236}">
                <a16:creationId xmlns:a16="http://schemas.microsoft.com/office/drawing/2014/main" id="{2A365866-6B9E-411B-A578-DE680291A935}"/>
              </a:ext>
            </a:extLst>
          </p:cNvPr>
          <p:cNvGrpSpPr/>
          <p:nvPr/>
        </p:nvGrpSpPr>
        <p:grpSpPr>
          <a:xfrm>
            <a:off x="514682" y="422947"/>
            <a:ext cx="6333985" cy="588984"/>
            <a:chOff x="451817" y="344273"/>
            <a:chExt cx="4972590" cy="588984"/>
          </a:xfrm>
        </p:grpSpPr>
        <p:cxnSp>
          <p:nvCxnSpPr>
            <p:cNvPr id="4" name="Straight Connector 3">
              <a:extLst>
                <a:ext uri="{FF2B5EF4-FFF2-40B4-BE49-F238E27FC236}">
                  <a16:creationId xmlns:a16="http://schemas.microsoft.com/office/drawing/2014/main" id="{9C92E765-C18C-EB10-1758-D7FE55C27B9D}"/>
                </a:ext>
              </a:extLst>
            </p:cNvPr>
            <p:cNvCxnSpPr>
              <a:cxnSpLocks/>
            </p:cNvCxnSpPr>
            <p:nvPr/>
          </p:nvCxnSpPr>
          <p:spPr>
            <a:xfrm>
              <a:off x="732123" y="812122"/>
              <a:ext cx="179470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F8C1F12C-7699-4ECA-8660-FC44E6951013}"/>
                </a:ext>
              </a:extLst>
            </p:cNvPr>
            <p:cNvSpPr/>
            <p:nvPr/>
          </p:nvSpPr>
          <p:spPr>
            <a:xfrm>
              <a:off x="451817" y="344273"/>
              <a:ext cx="4972590" cy="588984"/>
            </a:xfrm>
            <a:prstGeom prst="rect">
              <a:avLst/>
            </a:prstGeom>
            <a:noFill/>
            <a:ln/>
          </p:spPr>
          <p:txBody>
            <a:bodyPr wrap="square" lIns="0" tIns="0" rIns="0" bIns="0" rtlCol="0" anchor="t"/>
            <a:lstStyle/>
            <a:p>
              <a:r>
                <a:rPr lang="en-US" sz="2800" b="1" dirty="0">
                  <a:solidFill>
                    <a:srgbClr val="0070C0"/>
                  </a:solidFill>
                  <a:effectLst/>
                  <a:latin typeface="Arial" panose="020B0604020202020204" pitchFamily="34" charset="0"/>
                  <a:cs typeface="Arial" panose="020B0604020202020204" pitchFamily="34" charset="0"/>
                </a:rPr>
                <a:t>Melanoma Improvement Results</a:t>
              </a:r>
            </a:p>
          </p:txBody>
        </p:sp>
      </p:grpSp>
      <p:graphicFrame>
        <p:nvGraphicFramePr>
          <p:cNvPr id="20" name="Table 6">
            <a:extLst>
              <a:ext uri="{FF2B5EF4-FFF2-40B4-BE49-F238E27FC236}">
                <a16:creationId xmlns:a16="http://schemas.microsoft.com/office/drawing/2014/main" id="{B21C5146-0BBC-4F71-BF5C-67173D37096C}"/>
              </a:ext>
            </a:extLst>
          </p:cNvPr>
          <p:cNvGraphicFramePr>
            <a:graphicFrameLocks noGrp="1"/>
          </p:cNvGraphicFramePr>
          <p:nvPr>
            <p:extLst>
              <p:ext uri="{D42A27DB-BD31-4B8C-83A1-F6EECF244321}">
                <p14:modId xmlns:p14="http://schemas.microsoft.com/office/powerpoint/2010/main" val="2307283880"/>
              </p:ext>
            </p:extLst>
          </p:nvPr>
        </p:nvGraphicFramePr>
        <p:xfrm>
          <a:off x="1617408" y="3893182"/>
          <a:ext cx="8957184" cy="2808902"/>
        </p:xfrm>
        <a:graphic>
          <a:graphicData uri="http://schemas.openxmlformats.org/drawingml/2006/table">
            <a:tbl>
              <a:tblPr firstRow="1" bandRow="1">
                <a:tableStyleId>{5C22544A-7EE6-4342-B048-85BDC9FD1C3A}</a:tableStyleId>
              </a:tblPr>
              <a:tblGrid>
                <a:gridCol w="3492691">
                  <a:extLst>
                    <a:ext uri="{9D8B030D-6E8A-4147-A177-3AD203B41FA5}">
                      <a16:colId xmlns:a16="http://schemas.microsoft.com/office/drawing/2014/main" val="1122449799"/>
                    </a:ext>
                  </a:extLst>
                </a:gridCol>
                <a:gridCol w="1448753">
                  <a:extLst>
                    <a:ext uri="{9D8B030D-6E8A-4147-A177-3AD203B41FA5}">
                      <a16:colId xmlns:a16="http://schemas.microsoft.com/office/drawing/2014/main" val="964198070"/>
                    </a:ext>
                  </a:extLst>
                </a:gridCol>
                <a:gridCol w="1406906">
                  <a:extLst>
                    <a:ext uri="{9D8B030D-6E8A-4147-A177-3AD203B41FA5}">
                      <a16:colId xmlns:a16="http://schemas.microsoft.com/office/drawing/2014/main" val="3223239740"/>
                    </a:ext>
                  </a:extLst>
                </a:gridCol>
                <a:gridCol w="1327213">
                  <a:extLst>
                    <a:ext uri="{9D8B030D-6E8A-4147-A177-3AD203B41FA5}">
                      <a16:colId xmlns:a16="http://schemas.microsoft.com/office/drawing/2014/main" val="4284025160"/>
                    </a:ext>
                  </a:extLst>
                </a:gridCol>
                <a:gridCol w="1281621">
                  <a:extLst>
                    <a:ext uri="{9D8B030D-6E8A-4147-A177-3AD203B41FA5}">
                      <a16:colId xmlns:a16="http://schemas.microsoft.com/office/drawing/2014/main" val="139195861"/>
                    </a:ext>
                  </a:extLst>
                </a:gridCol>
              </a:tblGrid>
              <a:tr h="370840">
                <a:tc>
                  <a:txBody>
                    <a:bodyPr/>
                    <a:lstStyle/>
                    <a:p>
                      <a:pPr algn="ctr"/>
                      <a:r>
                        <a:rPr lang="en-US" sz="2400" dirty="0"/>
                        <a:t>Method</a:t>
                      </a:r>
                    </a:p>
                  </a:txBody>
                  <a:tcPr anchor="ctr"/>
                </a:tc>
                <a:tc>
                  <a:txBody>
                    <a:bodyPr/>
                    <a:lstStyle/>
                    <a:p>
                      <a:pPr algn="ctr"/>
                      <a:r>
                        <a:rPr lang="en-US" sz="2400"/>
                        <a:t>Mel Recall</a:t>
                      </a:r>
                      <a:endParaRPr lang="en-US" sz="2400" dirty="0"/>
                    </a:p>
                  </a:txBody>
                  <a:tcPr anchor="ctr"/>
                </a:tc>
                <a:tc>
                  <a:txBody>
                    <a:bodyPr/>
                    <a:lstStyle/>
                    <a:p>
                      <a:pPr algn="ctr"/>
                      <a:r>
                        <a:rPr lang="en-US" sz="2400" dirty="0"/>
                        <a:t>Mel Prec. </a:t>
                      </a:r>
                    </a:p>
                  </a:txBody>
                  <a:tcPr anchor="ctr"/>
                </a:tc>
                <a:tc>
                  <a:txBody>
                    <a:bodyPr/>
                    <a:lstStyle/>
                    <a:p>
                      <a:pPr algn="ctr"/>
                      <a:r>
                        <a:rPr lang="en-US" sz="2400"/>
                        <a:t>Macro F1</a:t>
                      </a:r>
                      <a:endParaRPr lang="en-US" sz="2400" dirty="0"/>
                    </a:p>
                  </a:txBody>
                  <a:tcPr anchor="ctr"/>
                </a:tc>
                <a:tc>
                  <a:txBody>
                    <a:bodyPr/>
                    <a:lstStyle/>
                    <a:p>
                      <a:pPr algn="ctr"/>
                      <a:r>
                        <a:rPr lang="en-US" sz="2400" dirty="0"/>
                        <a:t>Accuracy</a:t>
                      </a:r>
                    </a:p>
                  </a:txBody>
                  <a:tcPr anchor="ctr"/>
                </a:tc>
                <a:extLst>
                  <a:ext uri="{0D108BD9-81ED-4DB2-BD59-A6C34878D82A}">
                    <a16:rowId xmlns:a16="http://schemas.microsoft.com/office/drawing/2014/main" val="543770516"/>
                  </a:ext>
                </a:extLst>
              </a:tr>
              <a:tr h="614342">
                <a:tc>
                  <a:txBody>
                    <a:bodyPr/>
                    <a:lstStyle/>
                    <a:p>
                      <a:pPr algn="ctr"/>
                      <a:r>
                        <a:rPr lang="en-US" sz="2400" b="0" kern="1200" dirty="0">
                          <a:solidFill>
                            <a:schemeClr val="dk1"/>
                          </a:solidFill>
                          <a:effectLst/>
                          <a:latin typeface="+mn-lt"/>
                          <a:ea typeface="+mn-ea"/>
                          <a:cs typeface="+mn-cs"/>
                        </a:rPr>
                        <a:t>Baseline (7-class, argmax) </a:t>
                      </a:r>
                    </a:p>
                  </a:txBody>
                  <a:tcPr anchor="ctr"/>
                </a:tc>
                <a:tc>
                  <a:txBody>
                    <a:bodyPr/>
                    <a:lstStyle/>
                    <a:p>
                      <a:pPr algn="ctr"/>
                      <a:r>
                        <a:rPr lang="en-US" sz="2400" b="0" kern="1200" dirty="0">
                          <a:solidFill>
                            <a:schemeClr val="dk1"/>
                          </a:solidFill>
                          <a:effectLst/>
                          <a:latin typeface="+mn-lt"/>
                          <a:ea typeface="+mn-ea"/>
                          <a:cs typeface="+mn-cs"/>
                        </a:rPr>
                        <a:t>0.545</a:t>
                      </a:r>
                    </a:p>
                  </a:txBody>
                  <a:tcPr anchor="ctr"/>
                </a:tc>
                <a:tc>
                  <a:txBody>
                    <a:bodyPr/>
                    <a:lstStyle/>
                    <a:p>
                      <a:pPr algn="ctr"/>
                      <a:r>
                        <a:rPr lang="en-US" sz="2400" b="0" kern="1200" dirty="0">
                          <a:solidFill>
                            <a:schemeClr val="dk1"/>
                          </a:solidFill>
                          <a:effectLst/>
                          <a:latin typeface="+mn-lt"/>
                          <a:ea typeface="+mn-ea"/>
                          <a:cs typeface="+mn-cs"/>
                        </a:rPr>
                        <a:t>0.465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0. 562</a:t>
                      </a:r>
                    </a:p>
                  </a:txBody>
                  <a:tcPr anchor="ctr"/>
                </a:tc>
                <a:tc>
                  <a:txBody>
                    <a:bodyPr/>
                    <a:lstStyle/>
                    <a:p>
                      <a:pPr algn="ctr"/>
                      <a:r>
                        <a:rPr lang="en-US" sz="2400" b="0" kern="1200" dirty="0">
                          <a:solidFill>
                            <a:schemeClr val="dk1"/>
                          </a:solidFill>
                          <a:effectLst/>
                          <a:latin typeface="+mn-lt"/>
                          <a:ea typeface="+mn-ea"/>
                          <a:cs typeface="+mn-cs"/>
                        </a:rPr>
                        <a:t>80.7% </a:t>
                      </a:r>
                    </a:p>
                  </a:txBody>
                  <a:tcPr anchor="ctr"/>
                </a:tc>
                <a:extLst>
                  <a:ext uri="{0D108BD9-81ED-4DB2-BD59-A6C34878D82A}">
                    <a16:rowId xmlns:a16="http://schemas.microsoft.com/office/drawing/2014/main" val="2862505793"/>
                  </a:ext>
                </a:extLst>
              </a:tr>
              <a:tr h="370840">
                <a:tc>
                  <a:txBody>
                    <a:bodyPr/>
                    <a:lstStyle/>
                    <a:p>
                      <a:pPr algn="ctr"/>
                      <a:r>
                        <a:rPr lang="en-US" sz="2400" b="0" kern="1200" dirty="0">
                          <a:solidFill>
                            <a:schemeClr val="dk1"/>
                          </a:solidFill>
                          <a:effectLst/>
                          <a:latin typeface="+mn-lt"/>
                          <a:ea typeface="+mn-ea"/>
                          <a:cs typeface="+mn-cs"/>
                        </a:rPr>
                        <a:t>Binary classifier (</a:t>
                      </a:r>
                      <a:r>
                        <a:rPr lang="en-US" sz="2400" b="0" kern="1200" dirty="0" err="1">
                          <a:solidFill>
                            <a:schemeClr val="dk1"/>
                          </a:solidFill>
                          <a:effectLst/>
                          <a:latin typeface="+mn-lt"/>
                          <a:ea typeface="+mn-ea"/>
                          <a:cs typeface="+mn-cs"/>
                        </a:rPr>
                        <a:t>thr</a:t>
                      </a:r>
                      <a:r>
                        <a:rPr lang="en-US" sz="2400" b="0" kern="1200" dirty="0">
                          <a:solidFill>
                            <a:schemeClr val="dk1"/>
                          </a:solidFill>
                          <a:effectLst/>
                          <a:latin typeface="+mn-lt"/>
                          <a:ea typeface="+mn-ea"/>
                          <a:cs typeface="+mn-cs"/>
                        </a:rPr>
                        <a:t>=0.50)</a:t>
                      </a:r>
                    </a:p>
                  </a:txBody>
                  <a:tcPr anchor="ctr"/>
                </a:tc>
                <a:tc>
                  <a:txBody>
                    <a:bodyPr/>
                    <a:lstStyle/>
                    <a:p>
                      <a:pPr algn="ctr"/>
                      <a:r>
                        <a:rPr lang="en-US" sz="2400" b="0" kern="1200" dirty="0">
                          <a:solidFill>
                            <a:schemeClr val="dk1"/>
                          </a:solidFill>
                          <a:effectLst/>
                          <a:latin typeface="+mn-lt"/>
                          <a:ea typeface="+mn-ea"/>
                          <a:cs typeface="+mn-cs"/>
                        </a:rPr>
                        <a:t> 0.789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0.388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 ---</a:t>
                      </a:r>
                    </a:p>
                  </a:txBody>
                  <a:tcPr anchor="ctr"/>
                </a:tc>
                <a:extLst>
                  <a:ext uri="{0D108BD9-81ED-4DB2-BD59-A6C34878D82A}">
                    <a16:rowId xmlns:a16="http://schemas.microsoft.com/office/drawing/2014/main" val="2985135326"/>
                  </a:ext>
                </a:extLst>
              </a:tr>
              <a:tr h="447718">
                <a:tc>
                  <a:txBody>
                    <a:bodyPr/>
                    <a:lstStyle/>
                    <a:p>
                      <a:pPr algn="ctr"/>
                      <a:r>
                        <a:rPr lang="en-US" sz="2400" b="1" kern="1200" dirty="0">
                          <a:solidFill>
                            <a:srgbClr val="0070C0"/>
                          </a:solidFill>
                          <a:effectLst/>
                          <a:latin typeface="+mn-lt"/>
                          <a:ea typeface="+mn-ea"/>
                          <a:cs typeface="+mn-cs"/>
                        </a:rPr>
                        <a:t>Two-tier pipeline (t=0.56)</a:t>
                      </a:r>
                    </a:p>
                  </a:txBody>
                  <a:tcPr anchor="ctr"/>
                </a:tc>
                <a:tc>
                  <a:txBody>
                    <a:bodyPr/>
                    <a:lstStyle/>
                    <a:p>
                      <a:pPr algn="ctr"/>
                      <a:r>
                        <a:rPr lang="en-US" sz="2400" b="0" kern="1200" dirty="0">
                          <a:solidFill>
                            <a:schemeClr val="dk1"/>
                          </a:solidFill>
                          <a:effectLst/>
                          <a:latin typeface="+mn-lt"/>
                          <a:ea typeface="+mn-ea"/>
                          <a:cs typeface="+mn-cs"/>
                        </a:rPr>
                        <a:t>0.756</a:t>
                      </a:r>
                    </a:p>
                  </a:txBody>
                  <a:tcPr anchor="ctr"/>
                </a:tc>
                <a:tc>
                  <a:txBody>
                    <a:bodyPr/>
                    <a:lstStyle/>
                    <a:p>
                      <a:pPr algn="ctr"/>
                      <a:r>
                        <a:rPr lang="en-US" sz="2400" b="0" kern="1200" dirty="0">
                          <a:solidFill>
                            <a:schemeClr val="dk1"/>
                          </a:solidFill>
                          <a:effectLst/>
                          <a:latin typeface="+mn-lt"/>
                          <a:ea typeface="+mn-ea"/>
                          <a:cs typeface="+mn-cs"/>
                        </a:rPr>
                        <a:t>0.396</a:t>
                      </a:r>
                    </a:p>
                  </a:txBody>
                  <a:tcPr anchor="ctr"/>
                </a:tc>
                <a:tc>
                  <a:txBody>
                    <a:bodyPr/>
                    <a:lstStyle/>
                    <a:p>
                      <a:pPr algn="ctr"/>
                      <a:r>
                        <a:rPr lang="en-US" sz="2400" b="0" kern="1200" dirty="0">
                          <a:solidFill>
                            <a:schemeClr val="dk1"/>
                          </a:solidFill>
                          <a:effectLst/>
                          <a:latin typeface="+mn-lt"/>
                          <a:ea typeface="+mn-ea"/>
                          <a:cs typeface="+mn-cs"/>
                        </a:rPr>
                        <a:t>0.550</a:t>
                      </a:r>
                    </a:p>
                  </a:txBody>
                  <a:tcPr anchor="ctr"/>
                </a:tc>
                <a:tc>
                  <a:txBody>
                    <a:bodyPr/>
                    <a:lstStyle/>
                    <a:p>
                      <a:pPr algn="ctr"/>
                      <a:r>
                        <a:rPr lang="en-US" sz="2400" b="0" kern="1200" dirty="0">
                          <a:solidFill>
                            <a:schemeClr val="dk1"/>
                          </a:solidFill>
                          <a:effectLst/>
                          <a:latin typeface="+mn-lt"/>
                          <a:ea typeface="+mn-ea"/>
                          <a:cs typeface="+mn-cs"/>
                        </a:rPr>
                        <a:t>79.7%</a:t>
                      </a:r>
                    </a:p>
                  </a:txBody>
                  <a:tcPr anchor="ctr"/>
                </a:tc>
                <a:extLst>
                  <a:ext uri="{0D108BD9-81ED-4DB2-BD59-A6C34878D82A}">
                    <a16:rowId xmlns:a16="http://schemas.microsoft.com/office/drawing/2014/main" val="3667107390"/>
                  </a:ext>
                </a:extLst>
              </a:tr>
              <a:tr h="4477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 7-class threshold (t=0.05)</a:t>
                      </a:r>
                    </a:p>
                  </a:txBody>
                  <a:tcPr anchor="ctr"/>
                </a:tc>
                <a:tc>
                  <a:txBody>
                    <a:bodyPr/>
                    <a:lstStyle/>
                    <a:p>
                      <a:pPr algn="ctr"/>
                      <a:r>
                        <a:rPr lang="en-US" sz="2400" b="0" kern="1200" dirty="0">
                          <a:solidFill>
                            <a:schemeClr val="dk1"/>
                          </a:solidFill>
                          <a:effectLst/>
                          <a:latin typeface="+mn-lt"/>
                          <a:ea typeface="+mn-ea"/>
                          <a:cs typeface="+mn-cs"/>
                        </a:rPr>
                        <a:t>0.927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mn-lt"/>
                          <a:ea typeface="+mn-ea"/>
                          <a:cs typeface="+mn-cs"/>
                        </a:rPr>
                        <a:t>0.265 </a:t>
                      </a:r>
                    </a:p>
                  </a:txBody>
                  <a:tcPr anchor="ctr"/>
                </a:tc>
                <a:tc>
                  <a:txBody>
                    <a:bodyPr/>
                    <a:lstStyle/>
                    <a:p>
                      <a:pPr algn="ctr"/>
                      <a:r>
                        <a:rPr lang="en-US" sz="2400" b="0" kern="1200" dirty="0">
                          <a:solidFill>
                            <a:schemeClr val="dk1"/>
                          </a:solidFill>
                          <a:effectLst/>
                          <a:latin typeface="+mn-lt"/>
                          <a:ea typeface="+mn-ea"/>
                          <a:cs typeface="+mn-cs"/>
                        </a:rPr>
                        <a:t>0.529</a:t>
                      </a:r>
                    </a:p>
                  </a:txBody>
                  <a:tcPr anchor="ctr"/>
                </a:tc>
                <a:tc>
                  <a:txBody>
                    <a:bodyPr/>
                    <a:lstStyle/>
                    <a:p>
                      <a:pPr algn="ctr"/>
                      <a:r>
                        <a:rPr lang="en-US" sz="2400" b="0" kern="1200" dirty="0">
                          <a:solidFill>
                            <a:schemeClr val="dk1"/>
                          </a:solidFill>
                          <a:effectLst/>
                          <a:latin typeface="+mn-lt"/>
                          <a:ea typeface="+mn-ea"/>
                          <a:cs typeface="+mn-cs"/>
                        </a:rPr>
                        <a:t>72.3%</a:t>
                      </a:r>
                    </a:p>
                  </a:txBody>
                  <a:tcPr anchor="ctr"/>
                </a:tc>
                <a:extLst>
                  <a:ext uri="{0D108BD9-81ED-4DB2-BD59-A6C34878D82A}">
                    <a16:rowId xmlns:a16="http://schemas.microsoft.com/office/drawing/2014/main" val="1587676274"/>
                  </a:ext>
                </a:extLst>
              </a:tr>
            </a:tbl>
          </a:graphicData>
        </a:graphic>
      </p:graphicFrame>
      <p:sp>
        <p:nvSpPr>
          <p:cNvPr id="22" name="TextBox 21">
            <a:extLst>
              <a:ext uri="{FF2B5EF4-FFF2-40B4-BE49-F238E27FC236}">
                <a16:creationId xmlns:a16="http://schemas.microsoft.com/office/drawing/2014/main" id="{3F881EAC-D218-470A-99FC-90BEF88A0A66}"/>
              </a:ext>
            </a:extLst>
          </p:cNvPr>
          <p:cNvSpPr txBox="1"/>
          <p:nvPr/>
        </p:nvSpPr>
        <p:spPr>
          <a:xfrm>
            <a:off x="166029" y="1003492"/>
            <a:ext cx="6093618" cy="1785104"/>
          </a:xfrm>
          <a:prstGeom prst="rect">
            <a:avLst/>
          </a:prstGeom>
          <a:noFill/>
        </p:spPr>
        <p:txBody>
          <a:bodyPr wrap="square">
            <a:spAutoFit/>
          </a:bodyPr>
          <a:lstStyle/>
          <a:p>
            <a:r>
              <a:rPr lang="en-US" sz="2200" b="0" dirty="0">
                <a:solidFill>
                  <a:srgbClr val="0070C0"/>
                </a:solidFill>
                <a:effectLst/>
                <a:latin typeface="Calibri (Body)"/>
              </a:rPr>
              <a:t>Two-Tier Pipeline: </a:t>
            </a:r>
          </a:p>
          <a:p>
            <a:r>
              <a:rPr lang="en-US" sz="2200" b="0" dirty="0">
                <a:effectLst/>
                <a:latin typeface="Calibri (Body)"/>
              </a:rPr>
              <a:t>+38.8% relative improvement in Mel Recall</a:t>
            </a:r>
          </a:p>
          <a:p>
            <a:pPr marL="342900" indent="-342900">
              <a:buFont typeface="Arial" panose="020B0604020202020204" pitchFamily="34" charset="0"/>
              <a:buChar char="•"/>
            </a:pPr>
            <a:r>
              <a:rPr lang="en-US" sz="2200" b="0" dirty="0">
                <a:effectLst/>
                <a:latin typeface="Calibri (Body)"/>
              </a:rPr>
              <a:t>→ Missed melanomas: 56 → ~30 cases  (-26 cases saved)</a:t>
            </a:r>
          </a:p>
          <a:p>
            <a:pPr marL="342900" indent="-342900">
              <a:buFont typeface="Arial" panose="020B0604020202020204" pitchFamily="34" charset="0"/>
              <a:buChar char="•"/>
            </a:pPr>
            <a:r>
              <a:rPr lang="en-US" sz="2200" b="0" dirty="0">
                <a:effectLst/>
                <a:latin typeface="Calibri (Body)"/>
              </a:rPr>
              <a:t>→ Macro </a:t>
            </a:r>
            <a:r>
              <a:rPr lang="en-US" sz="2200" b="0" dirty="0" err="1">
                <a:effectLst/>
                <a:latin typeface="Calibri (Body)"/>
              </a:rPr>
              <a:t>F1</a:t>
            </a:r>
            <a:r>
              <a:rPr lang="en-US" sz="2200" b="0" dirty="0">
                <a:effectLst/>
                <a:latin typeface="Calibri (Body)"/>
              </a:rPr>
              <a:t> drop: only -0.012</a:t>
            </a:r>
          </a:p>
        </p:txBody>
      </p:sp>
      <p:sp>
        <p:nvSpPr>
          <p:cNvPr id="24" name="TextBox 23">
            <a:extLst>
              <a:ext uri="{FF2B5EF4-FFF2-40B4-BE49-F238E27FC236}">
                <a16:creationId xmlns:a16="http://schemas.microsoft.com/office/drawing/2014/main" id="{FB8265CA-CDA8-4EA0-A3AD-8038F5239ED3}"/>
              </a:ext>
            </a:extLst>
          </p:cNvPr>
          <p:cNvSpPr txBox="1"/>
          <p:nvPr/>
        </p:nvSpPr>
        <p:spPr>
          <a:xfrm>
            <a:off x="3049191" y="2953894"/>
            <a:ext cx="6093618" cy="769441"/>
          </a:xfrm>
          <a:prstGeom prst="rect">
            <a:avLst/>
          </a:prstGeom>
          <a:noFill/>
        </p:spPr>
        <p:txBody>
          <a:bodyPr wrap="square">
            <a:spAutoFit/>
          </a:bodyPr>
          <a:lstStyle/>
          <a:p>
            <a:r>
              <a:rPr lang="en-US" sz="2200" b="1" dirty="0">
                <a:solidFill>
                  <a:srgbClr val="0070C0"/>
                </a:solidFill>
                <a:effectLst/>
                <a:latin typeface="Calibri (Body)"/>
              </a:rPr>
              <a:t>Melanoma ROC-AUC:</a:t>
            </a:r>
          </a:p>
          <a:p>
            <a:r>
              <a:rPr lang="en-US" sz="2200" b="0" dirty="0">
                <a:effectLst/>
                <a:latin typeface="Calibri (Body)"/>
              </a:rPr>
              <a:t>  7-class model: 0.924  |  Binary model: 0.932</a:t>
            </a:r>
          </a:p>
        </p:txBody>
      </p:sp>
      <p:sp>
        <p:nvSpPr>
          <p:cNvPr id="26" name="TextBox 25">
            <a:extLst>
              <a:ext uri="{FF2B5EF4-FFF2-40B4-BE49-F238E27FC236}">
                <a16:creationId xmlns:a16="http://schemas.microsoft.com/office/drawing/2014/main" id="{0F2E6304-7CC6-4102-AEAC-4AA9EF01B222}"/>
              </a:ext>
            </a:extLst>
          </p:cNvPr>
          <p:cNvSpPr txBox="1"/>
          <p:nvPr/>
        </p:nvSpPr>
        <p:spPr>
          <a:xfrm>
            <a:off x="6422231" y="1003492"/>
            <a:ext cx="5603740" cy="1785104"/>
          </a:xfrm>
          <a:prstGeom prst="rect">
            <a:avLst/>
          </a:prstGeom>
          <a:noFill/>
        </p:spPr>
        <p:txBody>
          <a:bodyPr wrap="square">
            <a:spAutoFit/>
          </a:bodyPr>
          <a:lstStyle/>
          <a:p>
            <a:r>
              <a:rPr lang="en-US" sz="2200" b="0" dirty="0">
                <a:solidFill>
                  <a:srgbClr val="0070C0"/>
                </a:solidFill>
                <a:effectLst/>
                <a:latin typeface="Calibri (Body)"/>
              </a:rPr>
              <a:t>Threshold Trade-off (Binary Classifier):  </a:t>
            </a:r>
          </a:p>
          <a:p>
            <a:pPr marL="342900" indent="-342900">
              <a:buFont typeface="Arial" panose="020B0604020202020204" pitchFamily="34" charset="0"/>
              <a:buChar char="•"/>
            </a:pPr>
            <a:r>
              <a:rPr lang="en-US" sz="2200" b="0" dirty="0">
                <a:effectLst/>
                <a:latin typeface="Calibri (Body)"/>
              </a:rPr>
              <a:t>t = 0.36 → Recall 0.878, Precision 0.333, </a:t>
            </a:r>
            <a:r>
              <a:rPr lang="en-US" sz="2200" b="0" dirty="0" err="1">
                <a:effectLst/>
                <a:latin typeface="Calibri (Body)"/>
              </a:rPr>
              <a:t>F1</a:t>
            </a:r>
            <a:r>
              <a:rPr lang="en-US" sz="2200" b="0" dirty="0">
                <a:effectLst/>
                <a:latin typeface="Calibri (Body)"/>
              </a:rPr>
              <a:t> 0.483  (high sensitivity mode)</a:t>
            </a:r>
          </a:p>
          <a:p>
            <a:pPr marL="342900" indent="-342900">
              <a:buFont typeface="Arial" panose="020B0604020202020204" pitchFamily="34" charset="0"/>
              <a:buChar char="•"/>
            </a:pPr>
            <a:r>
              <a:rPr lang="en-US" sz="2200" b="0" dirty="0">
                <a:effectLst/>
                <a:latin typeface="Calibri (Body)"/>
              </a:rPr>
              <a:t>t = 0.56 → Recall 0.756, Precision 0.427, </a:t>
            </a:r>
            <a:r>
              <a:rPr lang="en-US" sz="2200" b="0" dirty="0" err="1">
                <a:effectLst/>
                <a:latin typeface="Calibri (Body)"/>
              </a:rPr>
              <a:t>F1</a:t>
            </a:r>
            <a:r>
              <a:rPr lang="en-US" sz="2200" b="0" dirty="0">
                <a:effectLst/>
                <a:latin typeface="Calibri (Body)"/>
              </a:rPr>
              <a:t> 0.545  (balanced mode)</a:t>
            </a:r>
          </a:p>
        </p:txBody>
      </p:sp>
      <p:cxnSp>
        <p:nvCxnSpPr>
          <p:cNvPr id="27" name="Straight Connector 26">
            <a:extLst>
              <a:ext uri="{FF2B5EF4-FFF2-40B4-BE49-F238E27FC236}">
                <a16:creationId xmlns:a16="http://schemas.microsoft.com/office/drawing/2014/main" id="{AA713891-B158-40B1-BD3F-A0A8226A3CB3}"/>
              </a:ext>
            </a:extLst>
          </p:cNvPr>
          <p:cNvCxnSpPr>
            <a:cxnSpLocks/>
          </p:cNvCxnSpPr>
          <p:nvPr/>
        </p:nvCxnSpPr>
        <p:spPr>
          <a:xfrm>
            <a:off x="6259647" y="1225718"/>
            <a:ext cx="0" cy="156287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352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00E-7754-4634-6DF6-4A0C238F7FB5}"/>
              </a:ext>
            </a:extLst>
          </p:cNvPr>
          <p:cNvSpPr>
            <a:spLocks noGrp="1"/>
          </p:cNvSpPr>
          <p:nvPr>
            <p:ph type="title"/>
          </p:nvPr>
        </p:nvSpPr>
        <p:spPr>
          <a:xfrm>
            <a:off x="419706" y="96761"/>
            <a:ext cx="11501293" cy="565943"/>
          </a:xfrm>
        </p:spPr>
        <p:txBody>
          <a:bodyPr/>
          <a:lstStyle/>
          <a:p>
            <a:pPr>
              <a:lnSpc>
                <a:spcPts val="4320"/>
              </a:lnSpc>
            </a:pPr>
            <a:r>
              <a:rPr lang="en-US" sz="3600" dirty="0">
                <a:solidFill>
                  <a:schemeClr val="accent5">
                    <a:lumMod val="75000"/>
                  </a:schemeClr>
                </a:solidFill>
                <a:latin typeface="Arial" pitchFamily="34" charset="0"/>
                <a:cs typeface="Arial" pitchFamily="34" charset="-120"/>
              </a:rPr>
              <a:t>Contents</a:t>
            </a:r>
          </a:p>
        </p:txBody>
      </p:sp>
      <p:sp>
        <p:nvSpPr>
          <p:cNvPr id="3" name="Content Placeholder 2">
            <a:extLst>
              <a:ext uri="{FF2B5EF4-FFF2-40B4-BE49-F238E27FC236}">
                <a16:creationId xmlns:a16="http://schemas.microsoft.com/office/drawing/2014/main" id="{53A99EC1-56FA-9035-D9FE-A57BE83319B0}"/>
              </a:ext>
            </a:extLst>
          </p:cNvPr>
          <p:cNvSpPr>
            <a:spLocks noGrp="1"/>
          </p:cNvSpPr>
          <p:nvPr>
            <p:ph sz="half" idx="11"/>
          </p:nvPr>
        </p:nvSpPr>
        <p:spPr/>
        <p:txBody>
          <a:bodyPr>
            <a:normAutofit/>
          </a:bodyPr>
          <a:lstStyle/>
          <a:p>
            <a:pPr marL="742950" indent="-742950">
              <a:lnSpc>
                <a:spcPct val="150000"/>
              </a:lnSpc>
              <a:spcAft>
                <a:spcPts val="0"/>
              </a:spcAft>
              <a:buAutoNum type="arabicPeriod"/>
            </a:pPr>
            <a:r>
              <a:rPr lang="en-US" sz="2400" dirty="0">
                <a:latin typeface="Arial (Body)"/>
              </a:rPr>
              <a:t>Title</a:t>
            </a:r>
          </a:p>
          <a:p>
            <a:pPr marL="742950" indent="-742950">
              <a:lnSpc>
                <a:spcPct val="150000"/>
              </a:lnSpc>
              <a:spcAft>
                <a:spcPts val="0"/>
              </a:spcAft>
              <a:buAutoNum type="arabicPeriod"/>
            </a:pPr>
            <a:r>
              <a:rPr lang="en-US" sz="2400" dirty="0">
                <a:latin typeface="Arial (Body)"/>
              </a:rPr>
              <a:t>Motivation</a:t>
            </a:r>
          </a:p>
          <a:p>
            <a:pPr marL="742950" indent="-742950">
              <a:lnSpc>
                <a:spcPct val="150000"/>
              </a:lnSpc>
              <a:spcAft>
                <a:spcPts val="0"/>
              </a:spcAft>
              <a:buAutoNum type="arabicPeriod"/>
            </a:pPr>
            <a:r>
              <a:rPr lang="en-US" sz="2400" dirty="0">
                <a:latin typeface="Arial (Body)"/>
              </a:rPr>
              <a:t>Dataset</a:t>
            </a:r>
          </a:p>
          <a:p>
            <a:pPr marL="742950" indent="-742950">
              <a:lnSpc>
                <a:spcPct val="150000"/>
              </a:lnSpc>
              <a:spcAft>
                <a:spcPts val="0"/>
              </a:spcAft>
              <a:buAutoNum type="arabicPeriod"/>
            </a:pPr>
            <a:r>
              <a:rPr lang="en-US" sz="2400" dirty="0">
                <a:latin typeface="Arial (Body)"/>
              </a:rPr>
              <a:t>Statistical Analysis</a:t>
            </a:r>
          </a:p>
          <a:p>
            <a:pPr marL="742950" indent="-742950">
              <a:lnSpc>
                <a:spcPct val="150000"/>
              </a:lnSpc>
              <a:spcAft>
                <a:spcPts val="0"/>
              </a:spcAft>
              <a:buAutoNum type="arabicPeriod"/>
            </a:pPr>
            <a:r>
              <a:rPr lang="en-US" sz="2400" dirty="0">
                <a:latin typeface="Arial (Body)"/>
              </a:rPr>
              <a:t>Feature Engineering</a:t>
            </a:r>
          </a:p>
          <a:p>
            <a:pPr marL="742950" indent="-742950">
              <a:lnSpc>
                <a:spcPct val="150000"/>
              </a:lnSpc>
              <a:spcAft>
                <a:spcPts val="0"/>
              </a:spcAft>
              <a:buFont typeface="Arial" charset="0"/>
              <a:buAutoNum type="arabicPeriod"/>
            </a:pPr>
            <a:r>
              <a:rPr lang="en-US" sz="2400" dirty="0">
                <a:latin typeface="Arial (Body)"/>
              </a:rPr>
              <a:t>Model Comparison</a:t>
            </a:r>
          </a:p>
          <a:p>
            <a:pPr marL="742950" indent="-742950">
              <a:lnSpc>
                <a:spcPct val="150000"/>
              </a:lnSpc>
              <a:spcAft>
                <a:spcPts val="0"/>
              </a:spcAft>
              <a:buFont typeface="Arial" charset="0"/>
              <a:buAutoNum type="arabicPeriod"/>
            </a:pPr>
            <a:r>
              <a:rPr lang="en-US" sz="2400" dirty="0">
                <a:latin typeface="Arial (Body)"/>
              </a:rPr>
              <a:t>The Melanoma Problem + Solution </a:t>
            </a:r>
          </a:p>
          <a:p>
            <a:pPr marL="742950" indent="-742950">
              <a:lnSpc>
                <a:spcPct val="150000"/>
              </a:lnSpc>
              <a:spcAft>
                <a:spcPts val="0"/>
              </a:spcAft>
              <a:buFont typeface="Arial" charset="0"/>
              <a:buAutoNum type="arabicPeriod"/>
            </a:pPr>
            <a:r>
              <a:rPr lang="en-US" sz="2400" dirty="0">
                <a:latin typeface="Arial (Body)"/>
              </a:rPr>
              <a:t>Results</a:t>
            </a:r>
          </a:p>
          <a:p>
            <a:pPr marL="742950" indent="-742950">
              <a:lnSpc>
                <a:spcPct val="150000"/>
              </a:lnSpc>
              <a:spcAft>
                <a:spcPts val="0"/>
              </a:spcAft>
              <a:buFont typeface="Arial" charset="0"/>
              <a:buAutoNum type="arabicPeriod"/>
            </a:pPr>
            <a:r>
              <a:rPr lang="en-US" sz="2400" b="1" dirty="0">
                <a:solidFill>
                  <a:srgbClr val="00B050"/>
                </a:solidFill>
                <a:latin typeface="Arial (Body)"/>
              </a:rPr>
              <a:t>Error Analysis &amp; Clinical Context</a:t>
            </a:r>
          </a:p>
          <a:p>
            <a:pPr marL="742950" indent="-742950">
              <a:lnSpc>
                <a:spcPct val="150000"/>
              </a:lnSpc>
              <a:spcAft>
                <a:spcPts val="0"/>
              </a:spcAft>
              <a:buFont typeface="Arial" charset="0"/>
              <a:buAutoNum type="arabicPeriod"/>
            </a:pPr>
            <a:r>
              <a:rPr lang="en-US" sz="2400" dirty="0">
                <a:latin typeface="Arial (Body)"/>
              </a:rPr>
              <a:t>Conclusion &amp; Future Work</a:t>
            </a:r>
            <a:endParaRPr lang="vi-VN" sz="2400" dirty="0">
              <a:latin typeface="Arial (Body)"/>
            </a:endParaRPr>
          </a:p>
        </p:txBody>
      </p:sp>
    </p:spTree>
    <p:extLst>
      <p:ext uri="{BB962C8B-B14F-4D97-AF65-F5344CB8AC3E}">
        <p14:creationId xmlns:p14="http://schemas.microsoft.com/office/powerpoint/2010/main" val="14435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029" y="-95207"/>
            <a:ext cx="4777930" cy="607272"/>
          </a:xfrm>
          <a:prstGeom prst="rect">
            <a:avLst/>
          </a:prstGeom>
          <a:noFill/>
          <a:ln/>
        </p:spPr>
        <p:txBody>
          <a:bodyPr wrap="square" lIns="0" tIns="0" rIns="0" bIns="0" rtlCol="0" anchor="t"/>
          <a:lstStyle/>
          <a:p>
            <a:pPr algn="just">
              <a:lnSpc>
                <a:spcPts val="4320"/>
              </a:lnSpc>
            </a:pPr>
            <a:r>
              <a:rPr lang="en-US" sz="2000" b="1" dirty="0">
                <a:solidFill>
                  <a:schemeClr val="accent1">
                    <a:lumMod val="50000"/>
                  </a:schemeClr>
                </a:solidFill>
                <a:latin typeface="Arial" pitchFamily="34" charset="0"/>
                <a:cs typeface="Arial" pitchFamily="34" charset="-120"/>
              </a:rPr>
              <a:t>9. Error Analysis &amp; Clinical Context</a:t>
            </a:r>
          </a:p>
        </p:txBody>
      </p:sp>
      <p:grpSp>
        <p:nvGrpSpPr>
          <p:cNvPr id="17" name="Group 16">
            <a:extLst>
              <a:ext uri="{FF2B5EF4-FFF2-40B4-BE49-F238E27FC236}">
                <a16:creationId xmlns:a16="http://schemas.microsoft.com/office/drawing/2014/main" id="{2A365866-6B9E-411B-A578-DE680291A935}"/>
              </a:ext>
            </a:extLst>
          </p:cNvPr>
          <p:cNvGrpSpPr/>
          <p:nvPr/>
        </p:nvGrpSpPr>
        <p:grpSpPr>
          <a:xfrm>
            <a:off x="514682" y="422947"/>
            <a:ext cx="7478941" cy="588984"/>
            <a:chOff x="451817" y="344273"/>
            <a:chExt cx="4972590" cy="588984"/>
          </a:xfrm>
        </p:grpSpPr>
        <p:cxnSp>
          <p:nvCxnSpPr>
            <p:cNvPr id="4" name="Straight Connector 3">
              <a:extLst>
                <a:ext uri="{FF2B5EF4-FFF2-40B4-BE49-F238E27FC236}">
                  <a16:creationId xmlns:a16="http://schemas.microsoft.com/office/drawing/2014/main" id="{9C92E765-C18C-EB10-1758-D7FE55C27B9D}"/>
                </a:ext>
              </a:extLst>
            </p:cNvPr>
            <p:cNvCxnSpPr>
              <a:cxnSpLocks/>
            </p:cNvCxnSpPr>
            <p:nvPr/>
          </p:nvCxnSpPr>
          <p:spPr>
            <a:xfrm>
              <a:off x="732123" y="812122"/>
              <a:ext cx="1794709"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F8C1F12C-7699-4ECA-8660-FC44E6951013}"/>
                </a:ext>
              </a:extLst>
            </p:cNvPr>
            <p:cNvSpPr/>
            <p:nvPr/>
          </p:nvSpPr>
          <p:spPr>
            <a:xfrm>
              <a:off x="451817" y="344273"/>
              <a:ext cx="4972590" cy="588984"/>
            </a:xfrm>
            <a:prstGeom prst="rect">
              <a:avLst/>
            </a:prstGeom>
            <a:noFill/>
            <a:ln/>
          </p:spPr>
          <p:txBody>
            <a:bodyPr wrap="square" lIns="0" tIns="0" rIns="0" bIns="0" rtlCol="0" anchor="t"/>
            <a:lstStyle/>
            <a:p>
              <a:r>
                <a:rPr lang="en-US" sz="2800" b="1" dirty="0">
                  <a:solidFill>
                    <a:srgbClr val="0070C0"/>
                  </a:solidFill>
                  <a:effectLst/>
                  <a:latin typeface="Arial" panose="020B0604020202020204" pitchFamily="34" charset="0"/>
                  <a:cs typeface="Arial" panose="020B0604020202020204" pitchFamily="34" charset="0"/>
                </a:rPr>
                <a:t>Error Analysis: Understanding Failures</a:t>
              </a:r>
            </a:p>
          </p:txBody>
        </p:sp>
      </p:grpSp>
      <p:sp>
        <p:nvSpPr>
          <p:cNvPr id="22" name="TextBox 21">
            <a:extLst>
              <a:ext uri="{FF2B5EF4-FFF2-40B4-BE49-F238E27FC236}">
                <a16:creationId xmlns:a16="http://schemas.microsoft.com/office/drawing/2014/main" id="{3F881EAC-D218-470A-99FC-90BEF88A0A66}"/>
              </a:ext>
            </a:extLst>
          </p:cNvPr>
          <p:cNvSpPr txBox="1"/>
          <p:nvPr/>
        </p:nvSpPr>
        <p:spPr>
          <a:xfrm>
            <a:off x="166029" y="1257462"/>
            <a:ext cx="6093619" cy="2123658"/>
          </a:xfrm>
          <a:prstGeom prst="rect">
            <a:avLst/>
          </a:prstGeom>
          <a:noFill/>
        </p:spPr>
        <p:txBody>
          <a:bodyPr wrap="square">
            <a:spAutoFit/>
          </a:bodyPr>
          <a:lstStyle/>
          <a:p>
            <a:pPr algn="just"/>
            <a:r>
              <a:rPr lang="en-US" sz="2200" b="0" dirty="0">
                <a:solidFill>
                  <a:srgbClr val="0070C0"/>
                </a:solidFill>
                <a:effectLst/>
                <a:latin typeface="Calibri (Body)"/>
              </a:rPr>
              <a:t>False Negative Breakdown (missed melanoma): </a:t>
            </a:r>
          </a:p>
          <a:p>
            <a:pPr marL="342900" indent="-342900" algn="just">
              <a:buFont typeface="Arial" panose="020B0604020202020204" pitchFamily="34" charset="0"/>
              <a:buChar char="•"/>
            </a:pPr>
            <a:r>
              <a:rPr lang="en-US" sz="2200" b="0" dirty="0">
                <a:effectLst/>
                <a:latin typeface="Calibri (Body)"/>
              </a:rPr>
              <a:t>Nv</a:t>
            </a:r>
            <a:r>
              <a:rPr lang="en-US" sz="2200" dirty="0">
                <a:latin typeface="Calibri (Body)"/>
              </a:rPr>
              <a:t> </a:t>
            </a:r>
            <a:r>
              <a:rPr lang="en-US" sz="2200" b="0" dirty="0">
                <a:effectLst/>
                <a:latin typeface="Calibri (Body)"/>
              </a:rPr>
              <a:t>→ 21 cases </a:t>
            </a:r>
            <a:r>
              <a:rPr lang="en-US" sz="2200" b="1" dirty="0">
                <a:solidFill>
                  <a:srgbClr val="C00000"/>
                </a:solidFill>
                <a:effectLst/>
                <a:latin typeface="Calibri (Body)"/>
              </a:rPr>
              <a:t>(benign misclassification)</a:t>
            </a:r>
          </a:p>
          <a:p>
            <a:pPr marL="342900" indent="-342900" algn="just">
              <a:buFont typeface="Arial" panose="020B0604020202020204" pitchFamily="34" charset="0"/>
              <a:buChar char="•"/>
            </a:pPr>
            <a:r>
              <a:rPr lang="en-US" sz="2200" b="0" dirty="0" err="1">
                <a:effectLst/>
                <a:latin typeface="Calibri (Body)"/>
              </a:rPr>
              <a:t>bkl</a:t>
            </a:r>
            <a:r>
              <a:rPr lang="en-US" sz="2200" b="0" dirty="0">
                <a:effectLst/>
                <a:latin typeface="Calibri (Body)"/>
              </a:rPr>
              <a:t> → 18 cases</a:t>
            </a:r>
          </a:p>
          <a:p>
            <a:pPr marL="342900" indent="-342900" algn="just">
              <a:buFont typeface="Arial" panose="020B0604020202020204" pitchFamily="34" charset="0"/>
              <a:buChar char="•"/>
            </a:pPr>
            <a:r>
              <a:rPr lang="en-US" sz="2200" b="0" dirty="0" err="1">
                <a:effectLst/>
                <a:latin typeface="Calibri (Body)"/>
              </a:rPr>
              <a:t>akiec</a:t>
            </a:r>
            <a:r>
              <a:rPr lang="en-US" sz="2200" b="0" dirty="0">
                <a:effectLst/>
                <a:latin typeface="Calibri (Body)"/>
              </a:rPr>
              <a:t> → 12 cases</a:t>
            </a:r>
          </a:p>
          <a:p>
            <a:pPr marL="342900" indent="-342900" algn="just">
              <a:buFont typeface="Arial" panose="020B0604020202020204" pitchFamily="34" charset="0"/>
              <a:buChar char="•"/>
            </a:pPr>
            <a:r>
              <a:rPr lang="en-US" sz="2200" b="0" dirty="0">
                <a:effectLst/>
                <a:latin typeface="Calibri (Body)"/>
              </a:rPr>
              <a:t>bcc →  4 cases</a:t>
            </a:r>
          </a:p>
          <a:p>
            <a:pPr marL="342900" indent="-342900" algn="just">
              <a:buFont typeface="Arial" panose="020B0604020202020204" pitchFamily="34" charset="0"/>
              <a:buChar char="•"/>
            </a:pPr>
            <a:r>
              <a:rPr lang="en-US" sz="2200" b="0" dirty="0">
                <a:effectLst/>
                <a:latin typeface="Calibri (Body)"/>
              </a:rPr>
              <a:t>df  →  1 case</a:t>
            </a:r>
          </a:p>
        </p:txBody>
      </p:sp>
      <p:sp>
        <p:nvSpPr>
          <p:cNvPr id="26" name="TextBox 25">
            <a:extLst>
              <a:ext uri="{FF2B5EF4-FFF2-40B4-BE49-F238E27FC236}">
                <a16:creationId xmlns:a16="http://schemas.microsoft.com/office/drawing/2014/main" id="{0F2E6304-7CC6-4102-AEAC-4AA9EF01B222}"/>
              </a:ext>
            </a:extLst>
          </p:cNvPr>
          <p:cNvSpPr txBox="1"/>
          <p:nvPr/>
        </p:nvSpPr>
        <p:spPr>
          <a:xfrm>
            <a:off x="6294781" y="914683"/>
            <a:ext cx="5843865" cy="3139321"/>
          </a:xfrm>
          <a:prstGeom prst="rect">
            <a:avLst/>
          </a:prstGeom>
          <a:noFill/>
        </p:spPr>
        <p:txBody>
          <a:bodyPr wrap="square">
            <a:spAutoFit/>
          </a:bodyPr>
          <a:lstStyle/>
          <a:p>
            <a:pPr algn="just"/>
            <a:r>
              <a:rPr lang="en-US" sz="2200" b="0" dirty="0">
                <a:solidFill>
                  <a:srgbClr val="0070C0"/>
                </a:solidFill>
                <a:effectLst/>
                <a:latin typeface="Calibri (Body)"/>
              </a:rPr>
              <a:t>Notable missed cases:  </a:t>
            </a:r>
          </a:p>
          <a:p>
            <a:pPr marL="342900" indent="-342900" algn="just">
              <a:buFont typeface="Arial" panose="020B0604020202020204" pitchFamily="34" charset="0"/>
              <a:buChar char="•"/>
            </a:pPr>
            <a:r>
              <a:rPr lang="en-US" sz="2200" b="1" dirty="0" err="1">
                <a:solidFill>
                  <a:srgbClr val="00B0F0"/>
                </a:solidFill>
                <a:effectLst/>
                <a:latin typeface="Calibri (Body)"/>
              </a:rPr>
              <a:t>ISIC0029146</a:t>
            </a:r>
            <a:r>
              <a:rPr lang="en-US" sz="2200" b="0" dirty="0">
                <a:effectLst/>
                <a:latin typeface="Calibri (Body)"/>
              </a:rPr>
              <a:t> — Male, </a:t>
            </a:r>
            <a:r>
              <a:rPr lang="en-US" sz="2200" b="0" dirty="0" err="1">
                <a:effectLst/>
                <a:latin typeface="Calibri (Body)"/>
              </a:rPr>
              <a:t>65y</a:t>
            </a:r>
            <a:r>
              <a:rPr lang="en-US" sz="2200" b="0" dirty="0">
                <a:effectLst/>
                <a:latin typeface="Calibri (Body)"/>
              </a:rPr>
              <a:t>, face 7-class P(</a:t>
            </a:r>
            <a:r>
              <a:rPr lang="en-US" sz="2200" b="0" dirty="0" err="1">
                <a:effectLst/>
                <a:latin typeface="Calibri (Body)"/>
              </a:rPr>
              <a:t>mel</a:t>
            </a:r>
            <a:r>
              <a:rPr lang="en-US" sz="2200" b="0" dirty="0">
                <a:effectLst/>
                <a:latin typeface="Calibri (Body)"/>
              </a:rPr>
              <a:t>)=0.020, Binary P(</a:t>
            </a:r>
            <a:r>
              <a:rPr lang="en-US" sz="2200" b="0" dirty="0" err="1">
                <a:effectLst/>
                <a:latin typeface="Calibri (Body)"/>
              </a:rPr>
              <a:t>mel</a:t>
            </a:r>
            <a:r>
              <a:rPr lang="en-US" sz="2200" b="0" dirty="0">
                <a:effectLst/>
                <a:latin typeface="Calibri (Body)"/>
              </a:rPr>
              <a:t>)=0.877 </a:t>
            </a:r>
          </a:p>
          <a:p>
            <a:pPr algn="just"/>
            <a:r>
              <a:rPr lang="en-US" sz="2200" b="0" dirty="0">
                <a:effectLst/>
                <a:latin typeface="Calibri (Body)"/>
              </a:rPr>
              <a:t>→ </a:t>
            </a:r>
            <a:r>
              <a:rPr lang="en-US" sz="2200" b="1" dirty="0">
                <a:effectLst/>
                <a:latin typeface="Calibri (Body)"/>
              </a:rPr>
              <a:t>High ambiguity:</a:t>
            </a:r>
            <a:r>
              <a:rPr lang="en-US" sz="2200" b="0" dirty="0">
                <a:effectLst/>
                <a:latin typeface="Calibri (Body)"/>
              </a:rPr>
              <a:t> visually confusing but clinically suspicious</a:t>
            </a:r>
          </a:p>
          <a:p>
            <a:pPr marL="342900" indent="-342900" algn="just">
              <a:buFont typeface="Arial" panose="020B0604020202020204" pitchFamily="34" charset="0"/>
              <a:buChar char="•"/>
            </a:pPr>
            <a:r>
              <a:rPr lang="en-US" sz="2200" b="1" dirty="0" err="1">
                <a:solidFill>
                  <a:srgbClr val="00B0F0"/>
                </a:solidFill>
                <a:effectLst/>
                <a:latin typeface="Calibri (Body)"/>
              </a:rPr>
              <a:t>ISIC0029397</a:t>
            </a:r>
            <a:r>
              <a:rPr lang="en-US" sz="2200" b="0" dirty="0">
                <a:effectLst/>
                <a:latin typeface="Calibri (Body)"/>
              </a:rPr>
              <a:t> — Male, </a:t>
            </a:r>
            <a:r>
              <a:rPr lang="en-US" sz="2200" b="0" dirty="0" err="1">
                <a:effectLst/>
                <a:latin typeface="Calibri (Body)"/>
              </a:rPr>
              <a:t>5y</a:t>
            </a:r>
            <a:r>
              <a:rPr lang="en-US" sz="2200" b="0" dirty="0">
                <a:effectLst/>
                <a:latin typeface="Calibri (Body)"/>
              </a:rPr>
              <a:t>, back P(</a:t>
            </a:r>
            <a:r>
              <a:rPr lang="en-US" sz="2200" b="0" dirty="0" err="1">
                <a:effectLst/>
                <a:latin typeface="Calibri (Body)"/>
              </a:rPr>
              <a:t>mel</a:t>
            </a:r>
            <a:r>
              <a:rPr lang="en-US" sz="2200" b="0" dirty="0">
                <a:effectLst/>
                <a:latin typeface="Calibri (Body)"/>
              </a:rPr>
              <a:t>)=0.19, predicted as </a:t>
            </a:r>
            <a:r>
              <a:rPr lang="en-US" sz="2200" b="0" dirty="0" err="1">
                <a:effectLst/>
                <a:latin typeface="Calibri (Body)"/>
              </a:rPr>
              <a:t>nv</a:t>
            </a:r>
            <a:r>
              <a:rPr lang="en-US" sz="2200" b="0" dirty="0">
                <a:effectLst/>
                <a:latin typeface="Calibri (Body)"/>
              </a:rPr>
              <a:t> </a:t>
            </a:r>
          </a:p>
          <a:p>
            <a:pPr algn="just"/>
            <a:r>
              <a:rPr lang="en-US" sz="2200" b="0" dirty="0">
                <a:effectLst/>
                <a:latin typeface="Calibri (Body)"/>
              </a:rPr>
              <a:t>→ </a:t>
            </a:r>
            <a:r>
              <a:rPr lang="en-US" sz="2200" b="1" dirty="0">
                <a:effectLst/>
                <a:latin typeface="Calibri (Body)"/>
              </a:rPr>
              <a:t>Rare pediatric case </a:t>
            </a:r>
            <a:r>
              <a:rPr lang="en-US" sz="2200" dirty="0">
                <a:effectLst/>
                <a:latin typeface="Calibri (Body)"/>
              </a:rPr>
              <a:t>—</a:t>
            </a:r>
            <a:r>
              <a:rPr lang="en-US" sz="2200" b="0" dirty="0">
                <a:effectLst/>
                <a:latin typeface="Calibri (Body)"/>
              </a:rPr>
              <a:t> training data limited for young patients</a:t>
            </a:r>
          </a:p>
        </p:txBody>
      </p:sp>
      <p:sp>
        <p:nvSpPr>
          <p:cNvPr id="11" name="TextBox 10">
            <a:extLst>
              <a:ext uri="{FF2B5EF4-FFF2-40B4-BE49-F238E27FC236}">
                <a16:creationId xmlns:a16="http://schemas.microsoft.com/office/drawing/2014/main" id="{624F18B4-626A-4FE5-8DBD-8F9D5049989D}"/>
              </a:ext>
            </a:extLst>
          </p:cNvPr>
          <p:cNvSpPr txBox="1"/>
          <p:nvPr/>
        </p:nvSpPr>
        <p:spPr>
          <a:xfrm>
            <a:off x="3049191" y="4054004"/>
            <a:ext cx="6093619" cy="2462213"/>
          </a:xfrm>
          <a:prstGeom prst="rect">
            <a:avLst/>
          </a:prstGeom>
          <a:noFill/>
        </p:spPr>
        <p:txBody>
          <a:bodyPr wrap="square">
            <a:spAutoFit/>
          </a:bodyPr>
          <a:lstStyle/>
          <a:p>
            <a:pPr algn="just"/>
            <a:r>
              <a:rPr lang="en-US" sz="2200" b="0" dirty="0">
                <a:solidFill>
                  <a:srgbClr val="0070C0"/>
                </a:solidFill>
                <a:effectLst/>
                <a:latin typeface="Calibri (Body)"/>
              </a:rPr>
              <a:t>Clinical Positioning:</a:t>
            </a:r>
          </a:p>
          <a:p>
            <a:pPr marL="342900" indent="-342900" algn="just">
              <a:buFont typeface="Wingdings" panose="05000000000000000000" pitchFamily="2" charset="2"/>
              <a:buChar char="ü"/>
            </a:pPr>
            <a:r>
              <a:rPr lang="en-US" sz="2200" b="0" dirty="0">
                <a:effectLst/>
                <a:latin typeface="Calibri (Body)"/>
              </a:rPr>
              <a:t> Two-tier pipeline is a SCREENING SUPPORT tool</a:t>
            </a:r>
          </a:p>
          <a:p>
            <a:pPr marL="342900" indent="-342900" algn="just">
              <a:buFont typeface="Wingdings" panose="05000000000000000000" pitchFamily="2" charset="2"/>
              <a:buChar char="ü"/>
            </a:pPr>
            <a:r>
              <a:rPr lang="en-US" sz="2200" b="0" dirty="0">
                <a:effectLst/>
                <a:latin typeface="Calibri (Body)"/>
              </a:rPr>
              <a:t> Not a replacement for dermatologist diagnosis</a:t>
            </a:r>
          </a:p>
          <a:p>
            <a:pPr marL="342900" indent="-342900" algn="just">
              <a:buFont typeface="Wingdings" panose="05000000000000000000" pitchFamily="2" charset="2"/>
              <a:buChar char="ü"/>
            </a:pPr>
            <a:r>
              <a:rPr lang="en-US" sz="2200" b="0" dirty="0">
                <a:effectLst/>
                <a:latin typeface="Calibri (Body)"/>
              </a:rPr>
              <a:t> Reduces workload: flag high-risk cases for priority review</a:t>
            </a:r>
          </a:p>
          <a:p>
            <a:pPr marL="342900" indent="-342900" algn="just">
              <a:buFont typeface="Wingdings" panose="05000000000000000000" pitchFamily="2" charset="2"/>
              <a:buChar char="ü"/>
            </a:pPr>
            <a:r>
              <a:rPr lang="en-US" sz="2200" b="0" dirty="0">
                <a:effectLst/>
                <a:latin typeface="Calibri (Body)"/>
              </a:rPr>
              <a:t>Comparable sensitivity to entry-level </a:t>
            </a:r>
            <a:r>
              <a:rPr lang="en-US" sz="2200" b="0" dirty="0" err="1">
                <a:effectLst/>
                <a:latin typeface="Calibri (Body)"/>
              </a:rPr>
              <a:t>dermoscopy</a:t>
            </a:r>
            <a:r>
              <a:rPr lang="en-US" sz="2200" b="0" dirty="0">
                <a:effectLst/>
                <a:latin typeface="Calibri (Body)"/>
              </a:rPr>
              <a:t> reading</a:t>
            </a:r>
          </a:p>
        </p:txBody>
      </p:sp>
    </p:spTree>
    <p:extLst>
      <p:ext uri="{BB962C8B-B14F-4D97-AF65-F5344CB8AC3E}">
        <p14:creationId xmlns:p14="http://schemas.microsoft.com/office/powerpoint/2010/main" val="1971774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00E-7754-4634-6DF6-4A0C238F7FB5}"/>
              </a:ext>
            </a:extLst>
          </p:cNvPr>
          <p:cNvSpPr>
            <a:spLocks noGrp="1"/>
          </p:cNvSpPr>
          <p:nvPr>
            <p:ph type="title"/>
          </p:nvPr>
        </p:nvSpPr>
        <p:spPr>
          <a:xfrm>
            <a:off x="419706" y="96761"/>
            <a:ext cx="11501293" cy="565943"/>
          </a:xfrm>
        </p:spPr>
        <p:txBody>
          <a:bodyPr/>
          <a:lstStyle/>
          <a:p>
            <a:pPr>
              <a:lnSpc>
                <a:spcPts val="4320"/>
              </a:lnSpc>
            </a:pPr>
            <a:r>
              <a:rPr lang="en-US" sz="3600" dirty="0">
                <a:solidFill>
                  <a:schemeClr val="accent5">
                    <a:lumMod val="75000"/>
                  </a:schemeClr>
                </a:solidFill>
                <a:latin typeface="Arial" pitchFamily="34" charset="0"/>
                <a:cs typeface="Arial" pitchFamily="34" charset="-120"/>
              </a:rPr>
              <a:t>Contents</a:t>
            </a:r>
          </a:p>
        </p:txBody>
      </p:sp>
      <p:sp>
        <p:nvSpPr>
          <p:cNvPr id="3" name="Content Placeholder 2">
            <a:extLst>
              <a:ext uri="{FF2B5EF4-FFF2-40B4-BE49-F238E27FC236}">
                <a16:creationId xmlns:a16="http://schemas.microsoft.com/office/drawing/2014/main" id="{53A99EC1-56FA-9035-D9FE-A57BE83319B0}"/>
              </a:ext>
            </a:extLst>
          </p:cNvPr>
          <p:cNvSpPr>
            <a:spLocks noGrp="1"/>
          </p:cNvSpPr>
          <p:nvPr>
            <p:ph sz="half" idx="11"/>
          </p:nvPr>
        </p:nvSpPr>
        <p:spPr/>
        <p:txBody>
          <a:bodyPr>
            <a:normAutofit/>
          </a:bodyPr>
          <a:lstStyle/>
          <a:p>
            <a:pPr marL="742950" indent="-742950">
              <a:lnSpc>
                <a:spcPct val="150000"/>
              </a:lnSpc>
              <a:spcAft>
                <a:spcPts val="0"/>
              </a:spcAft>
              <a:buAutoNum type="arabicPeriod"/>
            </a:pPr>
            <a:r>
              <a:rPr lang="en-US" sz="2400" dirty="0">
                <a:latin typeface="Arial (Body)"/>
              </a:rPr>
              <a:t>Title</a:t>
            </a:r>
          </a:p>
          <a:p>
            <a:pPr marL="742950" indent="-742950">
              <a:lnSpc>
                <a:spcPct val="150000"/>
              </a:lnSpc>
              <a:spcAft>
                <a:spcPts val="0"/>
              </a:spcAft>
              <a:buAutoNum type="arabicPeriod"/>
            </a:pPr>
            <a:r>
              <a:rPr lang="en-US" sz="2400" dirty="0">
                <a:latin typeface="Arial (Body)"/>
              </a:rPr>
              <a:t>Motivation</a:t>
            </a:r>
          </a:p>
          <a:p>
            <a:pPr marL="742950" indent="-742950">
              <a:lnSpc>
                <a:spcPct val="150000"/>
              </a:lnSpc>
              <a:spcAft>
                <a:spcPts val="0"/>
              </a:spcAft>
              <a:buAutoNum type="arabicPeriod"/>
            </a:pPr>
            <a:r>
              <a:rPr lang="en-US" sz="2400" dirty="0">
                <a:latin typeface="Arial (Body)"/>
              </a:rPr>
              <a:t>Dataset</a:t>
            </a:r>
          </a:p>
          <a:p>
            <a:pPr marL="742950" indent="-742950">
              <a:lnSpc>
                <a:spcPct val="150000"/>
              </a:lnSpc>
              <a:spcAft>
                <a:spcPts val="0"/>
              </a:spcAft>
              <a:buAutoNum type="arabicPeriod"/>
            </a:pPr>
            <a:r>
              <a:rPr lang="en-US" sz="2400" dirty="0">
                <a:latin typeface="Arial (Body)"/>
              </a:rPr>
              <a:t>Statistical Analysis</a:t>
            </a:r>
          </a:p>
          <a:p>
            <a:pPr marL="742950" indent="-742950">
              <a:lnSpc>
                <a:spcPct val="150000"/>
              </a:lnSpc>
              <a:spcAft>
                <a:spcPts val="0"/>
              </a:spcAft>
              <a:buAutoNum type="arabicPeriod"/>
            </a:pPr>
            <a:r>
              <a:rPr lang="en-US" sz="2400" dirty="0">
                <a:latin typeface="Arial (Body)"/>
              </a:rPr>
              <a:t>Feature Engineering</a:t>
            </a:r>
          </a:p>
          <a:p>
            <a:pPr marL="742950" indent="-742950">
              <a:lnSpc>
                <a:spcPct val="150000"/>
              </a:lnSpc>
              <a:spcAft>
                <a:spcPts val="0"/>
              </a:spcAft>
              <a:buFont typeface="Arial" charset="0"/>
              <a:buAutoNum type="arabicPeriod"/>
            </a:pPr>
            <a:r>
              <a:rPr lang="en-US" sz="2400" dirty="0">
                <a:latin typeface="Arial (Body)"/>
              </a:rPr>
              <a:t>Model Comparison</a:t>
            </a:r>
          </a:p>
          <a:p>
            <a:pPr marL="742950" indent="-742950">
              <a:lnSpc>
                <a:spcPct val="150000"/>
              </a:lnSpc>
              <a:spcAft>
                <a:spcPts val="0"/>
              </a:spcAft>
              <a:buFont typeface="Arial" charset="0"/>
              <a:buAutoNum type="arabicPeriod"/>
            </a:pPr>
            <a:r>
              <a:rPr lang="en-US" sz="2400" dirty="0">
                <a:latin typeface="Arial (Body)"/>
              </a:rPr>
              <a:t>The Melanoma Problem + Solution </a:t>
            </a:r>
          </a:p>
          <a:p>
            <a:pPr marL="742950" indent="-742950">
              <a:lnSpc>
                <a:spcPct val="150000"/>
              </a:lnSpc>
              <a:spcAft>
                <a:spcPts val="0"/>
              </a:spcAft>
              <a:buFont typeface="Arial" charset="0"/>
              <a:buAutoNum type="arabicPeriod"/>
            </a:pPr>
            <a:r>
              <a:rPr lang="en-US" sz="2400" dirty="0">
                <a:latin typeface="Arial (Body)"/>
              </a:rPr>
              <a:t>Results</a:t>
            </a:r>
          </a:p>
          <a:p>
            <a:pPr marL="742950" indent="-742950">
              <a:lnSpc>
                <a:spcPct val="150000"/>
              </a:lnSpc>
              <a:spcAft>
                <a:spcPts val="0"/>
              </a:spcAft>
              <a:buFont typeface="Arial" charset="0"/>
              <a:buAutoNum type="arabicPeriod"/>
            </a:pPr>
            <a:r>
              <a:rPr lang="en-US" sz="2400" dirty="0">
                <a:latin typeface="Arial (Body)"/>
              </a:rPr>
              <a:t>Error Analysis &amp; Clinical Context</a:t>
            </a:r>
          </a:p>
          <a:p>
            <a:pPr marL="742950" indent="-742950">
              <a:lnSpc>
                <a:spcPct val="150000"/>
              </a:lnSpc>
              <a:spcAft>
                <a:spcPts val="0"/>
              </a:spcAft>
              <a:buFont typeface="Arial" charset="0"/>
              <a:buAutoNum type="arabicPeriod"/>
            </a:pPr>
            <a:r>
              <a:rPr lang="en-US" sz="2400" b="1" dirty="0">
                <a:solidFill>
                  <a:srgbClr val="00B050"/>
                </a:solidFill>
                <a:latin typeface="Arial (Body)"/>
              </a:rPr>
              <a:t>Conclusion &amp; Future Work</a:t>
            </a:r>
            <a:endParaRPr lang="vi-VN" sz="2400" b="1" dirty="0">
              <a:solidFill>
                <a:srgbClr val="00B050"/>
              </a:solidFill>
              <a:latin typeface="Arial (Body)"/>
            </a:endParaRPr>
          </a:p>
        </p:txBody>
      </p:sp>
    </p:spTree>
    <p:extLst>
      <p:ext uri="{BB962C8B-B14F-4D97-AF65-F5344CB8AC3E}">
        <p14:creationId xmlns:p14="http://schemas.microsoft.com/office/powerpoint/2010/main" val="86299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029" y="-95207"/>
            <a:ext cx="4777930" cy="607272"/>
          </a:xfrm>
          <a:prstGeom prst="rect">
            <a:avLst/>
          </a:prstGeom>
          <a:noFill/>
          <a:ln/>
        </p:spPr>
        <p:txBody>
          <a:bodyPr wrap="square" lIns="0" tIns="0" rIns="0" bIns="0" rtlCol="0" anchor="t"/>
          <a:lstStyle/>
          <a:p>
            <a:pPr algn="just">
              <a:lnSpc>
                <a:spcPts val="4320"/>
              </a:lnSpc>
            </a:pPr>
            <a:r>
              <a:rPr lang="en-US" sz="2000" b="1" dirty="0">
                <a:solidFill>
                  <a:schemeClr val="accent1">
                    <a:lumMod val="50000"/>
                  </a:schemeClr>
                </a:solidFill>
                <a:latin typeface="Arial" pitchFamily="34" charset="0"/>
                <a:cs typeface="Arial" pitchFamily="34" charset="-120"/>
              </a:rPr>
              <a:t>10. Conclusion &amp; Future Work</a:t>
            </a:r>
          </a:p>
        </p:txBody>
      </p:sp>
      <p:grpSp>
        <p:nvGrpSpPr>
          <p:cNvPr id="17" name="Group 16">
            <a:extLst>
              <a:ext uri="{FF2B5EF4-FFF2-40B4-BE49-F238E27FC236}">
                <a16:creationId xmlns:a16="http://schemas.microsoft.com/office/drawing/2014/main" id="{2A365866-6B9E-411B-A578-DE680291A935}"/>
              </a:ext>
            </a:extLst>
          </p:cNvPr>
          <p:cNvGrpSpPr/>
          <p:nvPr/>
        </p:nvGrpSpPr>
        <p:grpSpPr>
          <a:xfrm>
            <a:off x="514683" y="347346"/>
            <a:ext cx="2284502" cy="588984"/>
            <a:chOff x="451817" y="344273"/>
            <a:chExt cx="4972590" cy="588984"/>
          </a:xfrm>
        </p:grpSpPr>
        <p:cxnSp>
          <p:nvCxnSpPr>
            <p:cNvPr id="4" name="Straight Connector 3">
              <a:extLst>
                <a:ext uri="{FF2B5EF4-FFF2-40B4-BE49-F238E27FC236}">
                  <a16:creationId xmlns:a16="http://schemas.microsoft.com/office/drawing/2014/main" id="{9C92E765-C18C-EB10-1758-D7FE55C27B9D}"/>
                </a:ext>
              </a:extLst>
            </p:cNvPr>
            <p:cNvCxnSpPr>
              <a:cxnSpLocks/>
            </p:cNvCxnSpPr>
            <p:nvPr/>
          </p:nvCxnSpPr>
          <p:spPr>
            <a:xfrm>
              <a:off x="732123" y="849444"/>
              <a:ext cx="19301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F8C1F12C-7699-4ECA-8660-FC44E6951013}"/>
                </a:ext>
              </a:extLst>
            </p:cNvPr>
            <p:cNvSpPr/>
            <p:nvPr/>
          </p:nvSpPr>
          <p:spPr>
            <a:xfrm>
              <a:off x="451817" y="344273"/>
              <a:ext cx="4972590" cy="588984"/>
            </a:xfrm>
            <a:prstGeom prst="rect">
              <a:avLst/>
            </a:prstGeom>
            <a:noFill/>
            <a:ln/>
          </p:spPr>
          <p:txBody>
            <a:bodyPr wrap="square" lIns="0" tIns="0" rIns="0" bIns="0" rtlCol="0" anchor="t"/>
            <a:lstStyle/>
            <a:p>
              <a:r>
                <a:rPr lang="en-US" sz="2800" b="1" dirty="0">
                  <a:solidFill>
                    <a:srgbClr val="0070C0"/>
                  </a:solidFill>
                  <a:effectLst/>
                  <a:latin typeface="Arial" panose="020B0604020202020204" pitchFamily="34" charset="0"/>
                  <a:cs typeface="Arial" panose="020B0604020202020204" pitchFamily="34" charset="0"/>
                </a:rPr>
                <a:t>Conclusion</a:t>
              </a:r>
            </a:p>
          </p:txBody>
        </p:sp>
      </p:grpSp>
      <p:sp>
        <p:nvSpPr>
          <p:cNvPr id="10" name="TextBox 9">
            <a:extLst>
              <a:ext uri="{FF2B5EF4-FFF2-40B4-BE49-F238E27FC236}">
                <a16:creationId xmlns:a16="http://schemas.microsoft.com/office/drawing/2014/main" id="{52F91902-1777-424D-AC34-E11569083382}"/>
              </a:ext>
            </a:extLst>
          </p:cNvPr>
          <p:cNvSpPr txBox="1"/>
          <p:nvPr/>
        </p:nvSpPr>
        <p:spPr>
          <a:xfrm>
            <a:off x="88208" y="852517"/>
            <a:ext cx="7460455" cy="2814617"/>
          </a:xfrm>
          <a:prstGeom prst="rect">
            <a:avLst/>
          </a:prstGeom>
          <a:noFill/>
        </p:spPr>
        <p:txBody>
          <a:bodyPr wrap="square">
            <a:spAutoFit/>
          </a:bodyPr>
          <a:lstStyle/>
          <a:p>
            <a:pPr algn="just">
              <a:lnSpc>
                <a:spcPct val="150000"/>
              </a:lnSpc>
            </a:pPr>
            <a:r>
              <a:rPr lang="en-US" sz="2000" b="0" dirty="0">
                <a:solidFill>
                  <a:srgbClr val="0070C0"/>
                </a:solidFill>
                <a:effectLst/>
                <a:latin typeface="Calibri (Body)"/>
              </a:rPr>
              <a:t>Achieved:  </a:t>
            </a:r>
          </a:p>
          <a:p>
            <a:pPr marL="342900" indent="-342900" algn="just">
              <a:lnSpc>
                <a:spcPct val="150000"/>
              </a:lnSpc>
              <a:buFont typeface="Arial" panose="020B0604020202020204" pitchFamily="34" charset="0"/>
              <a:buChar char="•"/>
            </a:pPr>
            <a:r>
              <a:rPr lang="en-US" sz="2000" dirty="0">
                <a:effectLst/>
                <a:latin typeface="Calibri (Body)"/>
              </a:rPr>
              <a:t>Multi-modal pipeline: metadata + handcrafted features (50 dims)</a:t>
            </a:r>
          </a:p>
          <a:p>
            <a:pPr marL="342900" indent="-342900" algn="just">
              <a:lnSpc>
                <a:spcPct val="150000"/>
              </a:lnSpc>
              <a:buFont typeface="Arial" panose="020B0604020202020204" pitchFamily="34" charset="0"/>
              <a:buChar char="•"/>
            </a:pPr>
            <a:r>
              <a:rPr lang="en-US" sz="2000" dirty="0">
                <a:effectLst/>
                <a:latin typeface="Calibri (Body)"/>
              </a:rPr>
              <a:t>Statistically validated features (</a:t>
            </a:r>
            <a:r>
              <a:rPr lang="el-GR" sz="2000" dirty="0">
                <a:effectLst/>
                <a:latin typeface="Calibri (Body)"/>
              </a:rPr>
              <a:t>χ², </a:t>
            </a:r>
            <a:r>
              <a:rPr lang="en-US" sz="2000" dirty="0">
                <a:effectLst/>
                <a:latin typeface="Calibri (Body)"/>
              </a:rPr>
              <a:t>Kruskal-Wallis, Dunn's)</a:t>
            </a:r>
          </a:p>
          <a:p>
            <a:pPr marL="342900" indent="-342900" algn="just">
              <a:lnSpc>
                <a:spcPct val="150000"/>
              </a:lnSpc>
              <a:buFont typeface="Arial" panose="020B0604020202020204" pitchFamily="34" charset="0"/>
              <a:buChar char="•"/>
            </a:pPr>
            <a:r>
              <a:rPr lang="en-US" sz="2000" dirty="0">
                <a:effectLst/>
                <a:latin typeface="Calibri (Body)"/>
              </a:rPr>
              <a:t>Best model: Tuned </a:t>
            </a:r>
            <a:r>
              <a:rPr lang="en-US" sz="2000" dirty="0" err="1">
                <a:effectLst/>
                <a:latin typeface="Calibri (Body)"/>
              </a:rPr>
              <a:t>LightGBM</a:t>
            </a:r>
            <a:r>
              <a:rPr lang="en-US" sz="2000" dirty="0">
                <a:effectLst/>
                <a:latin typeface="Calibri (Body)"/>
              </a:rPr>
              <a:t> — Accuracy 80.7%, ROC-AUC 0.946</a:t>
            </a:r>
          </a:p>
          <a:p>
            <a:pPr marL="342900" indent="-342900" algn="just">
              <a:lnSpc>
                <a:spcPct val="150000"/>
              </a:lnSpc>
              <a:buFont typeface="Arial" panose="020B0604020202020204" pitchFamily="34" charset="0"/>
              <a:buChar char="•"/>
            </a:pPr>
            <a:r>
              <a:rPr lang="en-US" sz="2000" dirty="0">
                <a:effectLst/>
                <a:latin typeface="Calibri (Body)"/>
              </a:rPr>
              <a:t>Two-tier pipeline: Mel Recall 0.545 → 0.756 (+38.8%)</a:t>
            </a:r>
          </a:p>
          <a:p>
            <a:pPr marL="342900" indent="-342900" algn="just">
              <a:lnSpc>
                <a:spcPct val="150000"/>
              </a:lnSpc>
              <a:buFont typeface="Arial" panose="020B0604020202020204" pitchFamily="34" charset="0"/>
              <a:buChar char="•"/>
            </a:pPr>
            <a:r>
              <a:rPr lang="en-US" sz="2000" dirty="0">
                <a:effectLst/>
                <a:latin typeface="Calibri (Body)"/>
              </a:rPr>
              <a:t>Threshold analysis: full trade-off curve for clinical deployment</a:t>
            </a:r>
          </a:p>
        </p:txBody>
      </p:sp>
      <p:sp>
        <p:nvSpPr>
          <p:cNvPr id="13" name="TextBox 12">
            <a:extLst>
              <a:ext uri="{FF2B5EF4-FFF2-40B4-BE49-F238E27FC236}">
                <a16:creationId xmlns:a16="http://schemas.microsoft.com/office/drawing/2014/main" id="{CA77511D-5D85-49AC-ACED-FBB095EFE742}"/>
              </a:ext>
            </a:extLst>
          </p:cNvPr>
          <p:cNvSpPr txBox="1"/>
          <p:nvPr/>
        </p:nvSpPr>
        <p:spPr>
          <a:xfrm>
            <a:off x="7373693" y="842595"/>
            <a:ext cx="4818307" cy="2814617"/>
          </a:xfrm>
          <a:prstGeom prst="rect">
            <a:avLst/>
          </a:prstGeom>
          <a:noFill/>
        </p:spPr>
        <p:txBody>
          <a:bodyPr wrap="square">
            <a:spAutoFit/>
          </a:bodyPr>
          <a:lstStyle/>
          <a:p>
            <a:pPr algn="just">
              <a:lnSpc>
                <a:spcPct val="150000"/>
              </a:lnSpc>
            </a:pPr>
            <a:r>
              <a:rPr lang="en-US" sz="2000" b="0" dirty="0">
                <a:solidFill>
                  <a:schemeClr val="bg1">
                    <a:lumMod val="65000"/>
                  </a:schemeClr>
                </a:solidFill>
                <a:effectLst/>
                <a:latin typeface="Calibri (Body)"/>
              </a:rPr>
              <a:t>Limitations:  </a:t>
            </a:r>
          </a:p>
          <a:p>
            <a:pPr marL="342900" indent="-342900" algn="just">
              <a:lnSpc>
                <a:spcPct val="150000"/>
              </a:lnSpc>
              <a:buFont typeface="Arial" panose="020B0604020202020204" pitchFamily="34" charset="0"/>
              <a:buChar char="•"/>
            </a:pPr>
            <a:r>
              <a:rPr lang="en-US" sz="2000" dirty="0">
                <a:effectLst/>
                <a:latin typeface="Calibri (Body)"/>
              </a:rPr>
              <a:t>Handcrafted features cannot capture complex visual patterns</a:t>
            </a:r>
          </a:p>
          <a:p>
            <a:pPr marL="342900" indent="-342900" algn="just">
              <a:lnSpc>
                <a:spcPct val="150000"/>
              </a:lnSpc>
              <a:buFont typeface="Arial" panose="020B0604020202020204" pitchFamily="34" charset="0"/>
              <a:buChar char="•"/>
            </a:pPr>
            <a:r>
              <a:rPr lang="en-US" sz="2000" dirty="0">
                <a:effectLst/>
                <a:latin typeface="Calibri (Body)"/>
              </a:rPr>
              <a:t>No lesion segmentation → background noise in features</a:t>
            </a:r>
          </a:p>
          <a:p>
            <a:pPr marL="342900" indent="-342900" algn="just">
              <a:lnSpc>
                <a:spcPct val="150000"/>
              </a:lnSpc>
              <a:buFont typeface="Arial" panose="020B0604020202020204" pitchFamily="34" charset="0"/>
              <a:buChar char="•"/>
            </a:pPr>
            <a:r>
              <a:rPr lang="en-US" sz="2000" dirty="0">
                <a:effectLst/>
                <a:latin typeface="Calibri (Body)"/>
              </a:rPr>
              <a:t>External validation not performed</a:t>
            </a:r>
          </a:p>
        </p:txBody>
      </p:sp>
      <p:sp>
        <p:nvSpPr>
          <p:cNvPr id="14" name="TextBox 13">
            <a:extLst>
              <a:ext uri="{FF2B5EF4-FFF2-40B4-BE49-F238E27FC236}">
                <a16:creationId xmlns:a16="http://schemas.microsoft.com/office/drawing/2014/main" id="{27FAFE70-4457-4E5D-A622-DB313CB73B9F}"/>
              </a:ext>
            </a:extLst>
          </p:cNvPr>
          <p:cNvSpPr txBox="1"/>
          <p:nvPr/>
        </p:nvSpPr>
        <p:spPr>
          <a:xfrm>
            <a:off x="2531142" y="3890660"/>
            <a:ext cx="7129716" cy="2352952"/>
          </a:xfrm>
          <a:prstGeom prst="rect">
            <a:avLst/>
          </a:prstGeom>
          <a:noFill/>
        </p:spPr>
        <p:txBody>
          <a:bodyPr wrap="square">
            <a:spAutoFit/>
          </a:bodyPr>
          <a:lstStyle>
            <a:defPPr>
              <a:defRPr lang="en-US"/>
            </a:defPPr>
            <a:lvl1pPr algn="just">
              <a:lnSpc>
                <a:spcPct val="150000"/>
              </a:lnSpc>
              <a:defRPr sz="2000" b="0">
                <a:solidFill>
                  <a:srgbClr val="0070C0"/>
                </a:solidFill>
                <a:effectLst/>
                <a:latin typeface="Calibri (Body)"/>
              </a:defRPr>
            </a:lvl1pPr>
          </a:lstStyle>
          <a:p>
            <a:r>
              <a:rPr lang="en-US" dirty="0">
                <a:solidFill>
                  <a:srgbClr val="00B050"/>
                </a:solidFill>
              </a:rPr>
              <a:t>Future Work:</a:t>
            </a:r>
          </a:p>
          <a:p>
            <a:pPr marL="342900" indent="-342900">
              <a:buFont typeface="Arial" panose="020B0604020202020204" pitchFamily="34" charset="0"/>
              <a:buChar char="•"/>
            </a:pPr>
            <a:r>
              <a:rPr lang="en-US" dirty="0">
                <a:solidFill>
                  <a:schemeClr val="tx1"/>
                </a:solidFill>
              </a:rPr>
              <a:t>CNN/</a:t>
            </a:r>
            <a:r>
              <a:rPr lang="en-US" dirty="0" err="1">
                <a:solidFill>
                  <a:schemeClr val="tx1"/>
                </a:solidFill>
              </a:rPr>
              <a:t>EfficientNet</a:t>
            </a:r>
            <a:r>
              <a:rPr lang="en-US" dirty="0">
                <a:solidFill>
                  <a:schemeClr val="tx1"/>
                </a:solidFill>
              </a:rPr>
              <a:t> as feature extractor → fuse with metadata</a:t>
            </a:r>
          </a:p>
          <a:p>
            <a:pPr marL="342900" indent="-342900">
              <a:buFont typeface="Arial" panose="020B0604020202020204" pitchFamily="34" charset="0"/>
              <a:buChar char="•"/>
            </a:pPr>
            <a:r>
              <a:rPr lang="en-US" dirty="0">
                <a:solidFill>
                  <a:schemeClr val="tx1"/>
                </a:solidFill>
              </a:rPr>
              <a:t>Lesion segmentation (U-Net) → cleaner feature computation</a:t>
            </a:r>
          </a:p>
          <a:p>
            <a:pPr marL="342900" indent="-342900">
              <a:buFont typeface="Arial" panose="020B0604020202020204" pitchFamily="34" charset="0"/>
              <a:buChar char="•"/>
            </a:pPr>
            <a:r>
              <a:rPr lang="en-US" dirty="0">
                <a:solidFill>
                  <a:schemeClr val="tx1"/>
                </a:solidFill>
              </a:rPr>
              <a:t>External validation on ISIC 2019/2020 datasets</a:t>
            </a:r>
          </a:p>
          <a:p>
            <a:pPr marL="342900" indent="-342900">
              <a:buFont typeface="Arial" panose="020B0604020202020204" pitchFamily="34" charset="0"/>
              <a:buChar char="•"/>
            </a:pPr>
            <a:r>
              <a:rPr lang="en-US" dirty="0" err="1">
                <a:solidFill>
                  <a:schemeClr val="tx1"/>
                </a:solidFill>
              </a:rPr>
              <a:t>Explainability</a:t>
            </a:r>
            <a:r>
              <a:rPr lang="en-US" dirty="0">
                <a:solidFill>
                  <a:schemeClr val="tx1"/>
                </a:solidFill>
              </a:rPr>
              <a:t>: </a:t>
            </a:r>
            <a:r>
              <a:rPr lang="en-US" dirty="0" err="1">
                <a:solidFill>
                  <a:schemeClr val="tx1"/>
                </a:solidFill>
              </a:rPr>
              <a:t>SHAP</a:t>
            </a:r>
            <a:r>
              <a:rPr lang="en-US" dirty="0">
                <a:solidFill>
                  <a:schemeClr val="tx1"/>
                </a:solidFill>
              </a:rPr>
              <a:t> + Grad-CAM for clinical trust</a:t>
            </a:r>
          </a:p>
        </p:txBody>
      </p:sp>
    </p:spTree>
    <p:extLst>
      <p:ext uri="{BB962C8B-B14F-4D97-AF65-F5344CB8AC3E}">
        <p14:creationId xmlns:p14="http://schemas.microsoft.com/office/powerpoint/2010/main" val="2579545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8FCFEB-FE79-47E3-AD84-D929951E636F}"/>
              </a:ext>
            </a:extLst>
          </p:cNvPr>
          <p:cNvPicPr>
            <a:picLocks noChangeAspect="1"/>
          </p:cNvPicPr>
          <p:nvPr/>
        </p:nvPicPr>
        <p:blipFill>
          <a:blip r:embed="rId3"/>
          <a:stretch>
            <a:fillRect/>
          </a:stretch>
        </p:blipFill>
        <p:spPr>
          <a:xfrm>
            <a:off x="1122783" y="268057"/>
            <a:ext cx="9946433" cy="6321886"/>
          </a:xfrm>
          <a:prstGeom prst="rect">
            <a:avLst/>
          </a:prstGeom>
        </p:spPr>
      </p:pic>
    </p:spTree>
    <p:extLst>
      <p:ext uri="{BB962C8B-B14F-4D97-AF65-F5344CB8AC3E}">
        <p14:creationId xmlns:p14="http://schemas.microsoft.com/office/powerpoint/2010/main" val="2534288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5882DFF-57FE-45B5-91B8-EFCE8DA99C7F}"/>
              </a:ext>
            </a:extLst>
          </p:cNvPr>
          <p:cNvGrpSpPr/>
          <p:nvPr/>
        </p:nvGrpSpPr>
        <p:grpSpPr>
          <a:xfrm>
            <a:off x="3766419" y="746443"/>
            <a:ext cx="4659161" cy="1884784"/>
            <a:chOff x="3321698" y="242596"/>
            <a:chExt cx="4659161" cy="1884784"/>
          </a:xfrm>
        </p:grpSpPr>
        <p:sp>
          <p:nvSpPr>
            <p:cNvPr id="4" name="Rectangle: Rounded Corners 3">
              <a:extLst>
                <a:ext uri="{FF2B5EF4-FFF2-40B4-BE49-F238E27FC236}">
                  <a16:creationId xmlns:a16="http://schemas.microsoft.com/office/drawing/2014/main" id="{0D590BCE-05AB-4411-B7FE-F5D0389759A8}"/>
                </a:ext>
              </a:extLst>
            </p:cNvPr>
            <p:cNvSpPr/>
            <p:nvPr/>
          </p:nvSpPr>
          <p:spPr>
            <a:xfrm>
              <a:off x="3321698" y="242596"/>
              <a:ext cx="4659161" cy="188478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766419" y="511744"/>
              <a:ext cx="3769718" cy="1381650"/>
            </a:xfrm>
            <a:prstGeom prst="rect">
              <a:avLst/>
            </a:prstGeom>
            <a:noFill/>
            <a:ln/>
          </p:spPr>
          <p:txBody>
            <a:bodyPr wrap="square" lIns="0" tIns="0" rIns="0" bIns="0" rtlCol="0" anchor="t"/>
            <a:lstStyle/>
            <a:p>
              <a:pPr algn="ctr"/>
              <a:r>
                <a:rPr lang="en-US" sz="4800" b="1" dirty="0">
                  <a:solidFill>
                    <a:schemeClr val="bg1"/>
                  </a:solidFill>
                  <a:effectLst/>
                  <a:latin typeface="Roboto" panose="02000000000000000000" pitchFamily="2" charset="0"/>
                  <a:ea typeface="Roboto" panose="02000000000000000000" pitchFamily="2" charset="0"/>
                </a:rPr>
                <a:t>Thank You</a:t>
              </a:r>
            </a:p>
            <a:p>
              <a:pPr algn="ctr"/>
              <a:r>
                <a:rPr lang="en-US" sz="4800" b="1" dirty="0">
                  <a:solidFill>
                    <a:schemeClr val="bg1"/>
                  </a:solidFill>
                  <a:effectLst/>
                  <a:latin typeface="Roboto" panose="02000000000000000000" pitchFamily="2" charset="0"/>
                  <a:ea typeface="Roboto" panose="02000000000000000000" pitchFamily="2" charset="0"/>
                </a:rPr>
                <a:t>Q&amp;A</a:t>
              </a:r>
            </a:p>
          </p:txBody>
        </p:sp>
      </p:grpSp>
      <p:sp>
        <p:nvSpPr>
          <p:cNvPr id="3" name="Text 1"/>
          <p:cNvSpPr/>
          <p:nvPr/>
        </p:nvSpPr>
        <p:spPr>
          <a:xfrm>
            <a:off x="4665238" y="2744812"/>
            <a:ext cx="2861523" cy="497426"/>
          </a:xfrm>
          <a:prstGeom prst="rect">
            <a:avLst/>
          </a:prstGeom>
          <a:noFill/>
          <a:ln/>
        </p:spPr>
        <p:txBody>
          <a:bodyPr wrap="square" lIns="0" tIns="0" rIns="0" bIns="0" rtlCol="0" anchor="t"/>
          <a:lstStyle/>
          <a:p>
            <a:pPr algn="ctr">
              <a:lnSpc>
                <a:spcPts val="2800"/>
              </a:lnSpc>
            </a:pPr>
            <a:r>
              <a:rPr lang="en-US" sz="2200" b="1" i="1" dirty="0">
                <a:solidFill>
                  <a:srgbClr val="002060"/>
                </a:solidFill>
              </a:rPr>
              <a:t>Questions &amp; Discussion</a:t>
            </a:r>
          </a:p>
        </p:txBody>
      </p:sp>
      <p:sp>
        <p:nvSpPr>
          <p:cNvPr id="7" name="TextBox 6">
            <a:extLst>
              <a:ext uri="{FF2B5EF4-FFF2-40B4-BE49-F238E27FC236}">
                <a16:creationId xmlns:a16="http://schemas.microsoft.com/office/drawing/2014/main" id="{A3303E3B-2ADC-4CE9-ACAD-C82D006F3CE9}"/>
              </a:ext>
            </a:extLst>
          </p:cNvPr>
          <p:cNvSpPr txBox="1"/>
          <p:nvPr/>
        </p:nvSpPr>
        <p:spPr>
          <a:xfrm>
            <a:off x="3169297" y="3262153"/>
            <a:ext cx="5853404" cy="1938992"/>
          </a:xfrm>
          <a:prstGeom prst="rect">
            <a:avLst/>
          </a:prstGeom>
          <a:noFill/>
        </p:spPr>
        <p:txBody>
          <a:bodyPr wrap="square">
            <a:spAutoFit/>
          </a:bodyPr>
          <a:lstStyle/>
          <a:p>
            <a:r>
              <a:rPr lang="en-US" sz="2400" b="1" dirty="0">
                <a:solidFill>
                  <a:schemeClr val="accent1">
                    <a:lumMod val="75000"/>
                  </a:schemeClr>
                </a:solidFill>
                <a:effectLst/>
              </a:rPr>
              <a:t>Project Resources:</a:t>
            </a:r>
          </a:p>
          <a:p>
            <a:r>
              <a:rPr lang="en-US" sz="2400" b="0" dirty="0">
                <a:solidFill>
                  <a:schemeClr val="accent1">
                    <a:lumMod val="75000"/>
                  </a:schemeClr>
                </a:solidFill>
                <a:effectLst/>
              </a:rPr>
              <a:t>  • Dataset: ISIC </a:t>
            </a:r>
            <a:r>
              <a:rPr lang="en-US" sz="2400" b="0" dirty="0" err="1">
                <a:solidFill>
                  <a:schemeClr val="accent1">
                    <a:lumMod val="75000"/>
                  </a:schemeClr>
                </a:solidFill>
                <a:effectLst/>
              </a:rPr>
              <a:t>HAM10000</a:t>
            </a:r>
            <a:r>
              <a:rPr lang="en-US" sz="2400" b="0" dirty="0">
                <a:solidFill>
                  <a:schemeClr val="accent1">
                    <a:lumMod val="75000"/>
                  </a:schemeClr>
                </a:solidFill>
                <a:effectLst/>
              </a:rPr>
              <a:t> (</a:t>
            </a:r>
            <a:r>
              <a:rPr lang="en-US" sz="2400" b="0" dirty="0" err="1">
                <a:solidFill>
                  <a:schemeClr val="accent1">
                    <a:lumMod val="75000"/>
                  </a:schemeClr>
                </a:solidFill>
                <a:effectLst/>
              </a:rPr>
              <a:t>Tschandl</a:t>
            </a:r>
            <a:r>
              <a:rPr lang="en-US" sz="2400" b="0" dirty="0">
                <a:solidFill>
                  <a:schemeClr val="accent1">
                    <a:lumMod val="75000"/>
                  </a:schemeClr>
                </a:solidFill>
                <a:effectLst/>
              </a:rPr>
              <a:t> et al., 2018)</a:t>
            </a:r>
          </a:p>
          <a:p>
            <a:r>
              <a:rPr lang="en-US" sz="2400" b="0" dirty="0">
                <a:solidFill>
                  <a:schemeClr val="accent1">
                    <a:lumMod val="75000"/>
                  </a:schemeClr>
                </a:solidFill>
                <a:effectLst/>
              </a:rPr>
              <a:t>  • Notebook: </a:t>
            </a:r>
            <a:r>
              <a:rPr lang="en-US" sz="2400" b="0" dirty="0" err="1">
                <a:solidFill>
                  <a:schemeClr val="accent1">
                    <a:lumMod val="75000"/>
                  </a:schemeClr>
                </a:solidFill>
                <a:effectLst/>
              </a:rPr>
              <a:t>inds-ham10000.ipynb</a:t>
            </a:r>
            <a:endParaRPr lang="en-US" sz="2400" b="0" dirty="0">
              <a:solidFill>
                <a:schemeClr val="accent1">
                  <a:lumMod val="75000"/>
                </a:schemeClr>
              </a:solidFill>
              <a:effectLst/>
            </a:endParaRPr>
          </a:p>
          <a:p>
            <a:r>
              <a:rPr lang="en-US" sz="2400" b="0" dirty="0">
                <a:solidFill>
                  <a:schemeClr val="accent1">
                    <a:lumMod val="75000"/>
                  </a:schemeClr>
                </a:solidFill>
                <a:effectLst/>
              </a:rPr>
              <a:t>  • Key metrics saved: </a:t>
            </a:r>
            <a:r>
              <a:rPr lang="en-US" sz="2400" b="0" dirty="0" err="1">
                <a:solidFill>
                  <a:schemeClr val="accent1">
                    <a:lumMod val="75000"/>
                  </a:schemeClr>
                </a:solidFill>
                <a:effectLst/>
              </a:rPr>
              <a:t>results_summary.json</a:t>
            </a:r>
            <a:endParaRPr lang="en-US" sz="2400" b="0" dirty="0">
              <a:solidFill>
                <a:schemeClr val="accent1">
                  <a:lumMod val="75000"/>
                </a:schemeClr>
              </a:solidFill>
              <a:effectLst/>
            </a:endParaRPr>
          </a:p>
        </p:txBody>
      </p:sp>
      <p:sp>
        <p:nvSpPr>
          <p:cNvPr id="9" name="TextBox 8">
            <a:extLst>
              <a:ext uri="{FF2B5EF4-FFF2-40B4-BE49-F238E27FC236}">
                <a16:creationId xmlns:a16="http://schemas.microsoft.com/office/drawing/2014/main" id="{7347AE8F-4D7D-4376-B815-4C2A0778AF7D}"/>
              </a:ext>
            </a:extLst>
          </p:cNvPr>
          <p:cNvSpPr txBox="1"/>
          <p:nvPr/>
        </p:nvSpPr>
        <p:spPr>
          <a:xfrm>
            <a:off x="0" y="5288340"/>
            <a:ext cx="7296539" cy="1569660"/>
          </a:xfrm>
          <a:prstGeom prst="rect">
            <a:avLst/>
          </a:prstGeom>
          <a:noFill/>
        </p:spPr>
        <p:txBody>
          <a:bodyPr wrap="square">
            <a:spAutoFit/>
          </a:bodyPr>
          <a:lstStyle/>
          <a:p>
            <a:r>
              <a:rPr lang="en-US" sz="2400" b="1" dirty="0">
                <a:solidFill>
                  <a:schemeClr val="accent1">
                    <a:lumMod val="75000"/>
                  </a:schemeClr>
                </a:solidFill>
                <a:effectLst/>
              </a:rPr>
              <a:t>Team </a:t>
            </a:r>
            <a:r>
              <a:rPr lang="en-US" sz="2400" b="1" dirty="0">
                <a:solidFill>
                  <a:schemeClr val="accent1">
                    <a:lumMod val="75000"/>
                  </a:schemeClr>
                </a:solidFill>
              </a:rPr>
              <a:t>07: </a:t>
            </a:r>
          </a:p>
          <a:p>
            <a:r>
              <a:rPr lang="en-US" sz="2400" dirty="0">
                <a:solidFill>
                  <a:schemeClr val="accent1">
                    <a:lumMod val="75000"/>
                  </a:schemeClr>
                </a:solidFill>
              </a:rPr>
              <a:t>Bui Tran Tan Phat - 23110052</a:t>
            </a:r>
          </a:p>
          <a:p>
            <a:r>
              <a:rPr lang="en-US" sz="2400" dirty="0">
                <a:solidFill>
                  <a:schemeClr val="accent1">
                    <a:lumMod val="75000"/>
                  </a:schemeClr>
                </a:solidFill>
              </a:rPr>
              <a:t>Nguyen </a:t>
            </a:r>
            <a:r>
              <a:rPr lang="en-US" sz="2400" dirty="0" err="1">
                <a:solidFill>
                  <a:schemeClr val="accent1">
                    <a:lumMod val="75000"/>
                  </a:schemeClr>
                </a:solidFill>
              </a:rPr>
              <a:t>Nhat</a:t>
            </a:r>
            <a:r>
              <a:rPr lang="en-US" sz="2400" dirty="0">
                <a:solidFill>
                  <a:schemeClr val="accent1">
                    <a:lumMod val="75000"/>
                  </a:schemeClr>
                </a:solidFill>
              </a:rPr>
              <a:t> Phat  - 23110053</a:t>
            </a:r>
          </a:p>
          <a:p>
            <a:r>
              <a:rPr lang="en-US" sz="2400" b="1" dirty="0">
                <a:solidFill>
                  <a:schemeClr val="accent1">
                    <a:lumMod val="75000"/>
                  </a:schemeClr>
                </a:solidFill>
                <a:effectLst/>
              </a:rPr>
              <a:t>Course: </a:t>
            </a:r>
            <a:r>
              <a:rPr lang="en-US" sz="2400" b="0" dirty="0">
                <a:solidFill>
                  <a:schemeClr val="accent1">
                    <a:lumMod val="75000"/>
                  </a:schemeClr>
                </a:solidFill>
                <a:effectLst/>
              </a:rPr>
              <a:t>Introduction to Data Science — </a:t>
            </a:r>
            <a:r>
              <a:rPr lang="en-US" sz="2400" b="0" dirty="0" err="1">
                <a:solidFill>
                  <a:schemeClr val="accent1">
                    <a:lumMod val="75000"/>
                  </a:schemeClr>
                </a:solidFill>
                <a:effectLst/>
              </a:rPr>
              <a:t>HCMUTE</a:t>
            </a:r>
            <a:r>
              <a:rPr lang="en-US" sz="2400" b="0" dirty="0">
                <a:solidFill>
                  <a:schemeClr val="accent1">
                    <a:lumMod val="75000"/>
                  </a:schemeClr>
                </a:solidFill>
                <a:effectLst/>
              </a:rPr>
              <a:t> 2026</a:t>
            </a:r>
          </a:p>
        </p:txBody>
      </p:sp>
      <p:cxnSp>
        <p:nvCxnSpPr>
          <p:cNvPr id="11" name="Straight Connector 10">
            <a:extLst>
              <a:ext uri="{FF2B5EF4-FFF2-40B4-BE49-F238E27FC236}">
                <a16:creationId xmlns:a16="http://schemas.microsoft.com/office/drawing/2014/main" id="{2F7B8320-BD10-400D-8269-4929F82A74F1}"/>
              </a:ext>
            </a:extLst>
          </p:cNvPr>
          <p:cNvCxnSpPr/>
          <p:nvPr/>
        </p:nvCxnSpPr>
        <p:spPr>
          <a:xfrm>
            <a:off x="3075990" y="2993525"/>
            <a:ext cx="0" cy="1634453"/>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62D7634-D2AE-4D00-A923-78B7BD887B3C}"/>
              </a:ext>
            </a:extLst>
          </p:cNvPr>
          <p:cNvCxnSpPr>
            <a:cxnSpLocks/>
          </p:cNvCxnSpPr>
          <p:nvPr/>
        </p:nvCxnSpPr>
        <p:spPr>
          <a:xfrm flipH="1">
            <a:off x="2873828" y="3145925"/>
            <a:ext cx="1026366"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3F5ADC9-F5FB-4AF8-BB11-D989FC55CAFF}"/>
              </a:ext>
            </a:extLst>
          </p:cNvPr>
          <p:cNvCxnSpPr>
            <a:cxnSpLocks/>
          </p:cNvCxnSpPr>
          <p:nvPr/>
        </p:nvCxnSpPr>
        <p:spPr>
          <a:xfrm flipH="1">
            <a:off x="8130076" y="5313111"/>
            <a:ext cx="1026366"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BF03B6-D3DE-4FB9-AFDD-45635378AF57}"/>
              </a:ext>
            </a:extLst>
          </p:cNvPr>
          <p:cNvCxnSpPr/>
          <p:nvPr/>
        </p:nvCxnSpPr>
        <p:spPr>
          <a:xfrm>
            <a:off x="8957386" y="3890195"/>
            <a:ext cx="0" cy="1634453"/>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2539</TotalTime>
  <Words>1102</Words>
  <Application>Microsoft Office PowerPoint</Application>
  <PresentationFormat>Widescreen</PresentationFormat>
  <Paragraphs>216</Paragraphs>
  <Slides>12</Slides>
  <Notes>12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vt:i4>
      </vt:variant>
    </vt:vector>
  </HeadingPairs>
  <TitlesOfParts>
    <vt:vector size="26" baseType="lpstr">
      <vt:lpstr>Aptos</vt:lpstr>
      <vt:lpstr>Arial</vt:lpstr>
      <vt:lpstr>Arial (Body)</vt:lpstr>
      <vt:lpstr>Calibri</vt:lpstr>
      <vt:lpstr>Calibri (Body)</vt:lpstr>
      <vt:lpstr>Calibri Light</vt:lpstr>
      <vt:lpstr>Courier New</vt:lpstr>
      <vt:lpstr>Fira Code Retina</vt:lpstr>
      <vt:lpstr>Google Sans Text</vt:lpstr>
      <vt:lpstr>pplxSerif</vt:lpstr>
      <vt:lpstr>Roboto</vt:lpstr>
      <vt:lpstr>Tahoma</vt:lpstr>
      <vt:lpstr>Wingdings</vt:lpstr>
      <vt:lpstr>Office 2013 - 2022 Theme</vt:lpstr>
      <vt:lpstr>Contents</vt:lpstr>
      <vt:lpstr>PowerPoint Presentation</vt:lpstr>
      <vt:lpstr>Contents</vt:lpstr>
      <vt:lpstr>PowerPoint Presentation</vt:lpstr>
      <vt:lpstr>Contents</vt:lpstr>
      <vt:lpstr>PowerPoint Presentation</vt:lpstr>
      <vt:lpstr>Contents</vt:lpstr>
      <vt:lpstr>PowerPoint Presentation</vt:lpstr>
      <vt:lpstr>Contents</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Bui Tran Tan Phat</cp:lastModifiedBy>
  <cp:revision>83</cp:revision>
  <dcterms:created xsi:type="dcterms:W3CDTF">2026-02-25T14:22:50Z</dcterms:created>
  <dcterms:modified xsi:type="dcterms:W3CDTF">2026-04-14T16:35:31Z</dcterms:modified>
</cp:coreProperties>
</file>